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4.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55.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4012" r:id="rId2"/>
    <p:sldMasterId id="2147484074" r:id="rId3"/>
    <p:sldMasterId id="2147484119" r:id="rId4"/>
    <p:sldMasterId id="2147484111" r:id="rId5"/>
    <p:sldMasterId id="2147484103" r:id="rId6"/>
  </p:sldMasterIdLst>
  <p:notesMasterIdLst>
    <p:notesMasterId r:id="rId72"/>
  </p:notesMasterIdLst>
  <p:sldIdLst>
    <p:sldId id="256" r:id="rId7"/>
    <p:sldId id="341" r:id="rId8"/>
    <p:sldId id="3640" r:id="rId9"/>
    <p:sldId id="3641" r:id="rId10"/>
    <p:sldId id="3642" r:id="rId11"/>
    <p:sldId id="3644" r:id="rId12"/>
    <p:sldId id="3645" r:id="rId13"/>
    <p:sldId id="3643" r:id="rId14"/>
    <p:sldId id="3647" r:id="rId15"/>
    <p:sldId id="3648" r:id="rId16"/>
    <p:sldId id="3649" r:id="rId17"/>
    <p:sldId id="3650" r:id="rId18"/>
    <p:sldId id="3651" r:id="rId19"/>
    <p:sldId id="3646" r:id="rId20"/>
    <p:sldId id="3557" r:id="rId21"/>
    <p:sldId id="3584" r:id="rId22"/>
    <p:sldId id="3585" r:id="rId23"/>
    <p:sldId id="3589" r:id="rId24"/>
    <p:sldId id="3588" r:id="rId25"/>
    <p:sldId id="3591" r:id="rId26"/>
    <p:sldId id="3592" r:id="rId27"/>
    <p:sldId id="3587" r:id="rId28"/>
    <p:sldId id="3590" r:id="rId29"/>
    <p:sldId id="3595" r:id="rId30"/>
    <p:sldId id="3597" r:id="rId31"/>
    <p:sldId id="3596" r:id="rId32"/>
    <p:sldId id="3598" r:id="rId33"/>
    <p:sldId id="3599" r:id="rId34"/>
    <p:sldId id="3652" r:id="rId35"/>
    <p:sldId id="3559" r:id="rId36"/>
    <p:sldId id="3656" r:id="rId37"/>
    <p:sldId id="3657" r:id="rId38"/>
    <p:sldId id="3655" r:id="rId39"/>
    <p:sldId id="3654" r:id="rId40"/>
    <p:sldId id="3601" r:id="rId41"/>
    <p:sldId id="3653" r:id="rId42"/>
    <p:sldId id="268" r:id="rId43"/>
    <p:sldId id="3628" r:id="rId44"/>
    <p:sldId id="3631" r:id="rId45"/>
    <p:sldId id="3658" r:id="rId46"/>
    <p:sldId id="3660" r:id="rId47"/>
    <p:sldId id="3636" r:id="rId48"/>
    <p:sldId id="3661" r:id="rId49"/>
    <p:sldId id="3605" r:id="rId50"/>
    <p:sldId id="3610" r:id="rId51"/>
    <p:sldId id="3662" r:id="rId52"/>
    <p:sldId id="3663" r:id="rId53"/>
    <p:sldId id="3665" r:id="rId54"/>
    <p:sldId id="3664" r:id="rId55"/>
    <p:sldId id="3666" r:id="rId56"/>
    <p:sldId id="3667" r:id="rId57"/>
    <p:sldId id="3668" r:id="rId58"/>
    <p:sldId id="319" r:id="rId59"/>
    <p:sldId id="3613" r:id="rId60"/>
    <p:sldId id="3614" r:id="rId61"/>
    <p:sldId id="3615" r:id="rId62"/>
    <p:sldId id="3617" r:id="rId63"/>
    <p:sldId id="3618" r:id="rId64"/>
    <p:sldId id="3620" r:id="rId65"/>
    <p:sldId id="278" r:id="rId66"/>
    <p:sldId id="3621" r:id="rId67"/>
    <p:sldId id="3622" r:id="rId68"/>
    <p:sldId id="3623" r:id="rId69"/>
    <p:sldId id="3624" r:id="rId70"/>
    <p:sldId id="3387" r:id="rId71"/>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avier Sala" initials="XS" lastIdx="1" clrIdx="0">
    <p:extLst>
      <p:ext uri="{19B8F6BF-5375-455C-9EA6-DF929625EA0E}">
        <p15:presenceInfo xmlns:p15="http://schemas.microsoft.com/office/powerpoint/2012/main" userId="S::xavier.sala@auren.es::ad584884-65d0-43f4-9bad-7d1febc02b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7F7F7F"/>
    <a:srgbClr val="DEDEDE"/>
    <a:srgbClr val="BFBFBF"/>
    <a:srgbClr val="404040"/>
    <a:srgbClr val="E2231A"/>
    <a:srgbClr val="262729"/>
    <a:srgbClr val="E327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05" autoAdjust="0"/>
    <p:restoredTop sz="94660"/>
  </p:normalViewPr>
  <p:slideViewPr>
    <p:cSldViewPr snapToGrid="0">
      <p:cViewPr varScale="1">
        <p:scale>
          <a:sx n="112" d="100"/>
          <a:sy n="112" d="100"/>
        </p:scale>
        <p:origin x="46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theme" Target="theme/theme1.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AFCD91-42CD-470F-BC88-E1B99BCB4649}" type="doc">
      <dgm:prSet loTypeId="urn:microsoft.com/office/officeart/2005/8/layout/chevron2" loCatId="process" qsTypeId="urn:microsoft.com/office/officeart/2005/8/quickstyle/simple1" qsCatId="simple" csTypeId="urn:microsoft.com/office/officeart/2005/8/colors/colorful2" csCatId="colorful" phldr="1"/>
      <dgm:spPr/>
      <dgm:t>
        <a:bodyPr/>
        <a:lstStyle/>
        <a:p>
          <a:endParaRPr lang="es-ES"/>
        </a:p>
      </dgm:t>
    </dgm:pt>
    <dgm:pt modelId="{88B4DFC7-3DD1-4D86-BE3F-2B2FB6360919}">
      <dgm:prSet phldrT="[Texto]"/>
      <dgm:spPr/>
      <dgm:t>
        <a:bodyPr/>
        <a:lstStyle/>
        <a:p>
          <a:r>
            <a:rPr lang="ca-ES" dirty="0"/>
            <a:t>Disponible per a la migració d’aquells clients que poden treballar en </a:t>
          </a:r>
          <a:r>
            <a:rPr lang="ca-ES" dirty="0" err="1"/>
            <a:t>Odoo</a:t>
          </a:r>
          <a:r>
            <a:rPr lang="ca-ES" dirty="0"/>
            <a:t> sense necessitat de personalitzacions</a:t>
          </a:r>
          <a:endParaRPr lang="es-ES" dirty="0"/>
        </a:p>
      </dgm:t>
    </dgm:pt>
    <dgm:pt modelId="{92C622E8-6BFA-4091-BA85-9CE379AA4E36}" type="parTrans" cxnId="{11618877-1831-44AC-8A16-7E6E0280491E}">
      <dgm:prSet/>
      <dgm:spPr/>
      <dgm:t>
        <a:bodyPr/>
        <a:lstStyle/>
        <a:p>
          <a:endParaRPr lang="es-ES"/>
        </a:p>
      </dgm:t>
    </dgm:pt>
    <dgm:pt modelId="{B0F50F07-ACB2-4361-9E48-42DEA1D7DA42}" type="sibTrans" cxnId="{11618877-1831-44AC-8A16-7E6E0280491E}">
      <dgm:prSet/>
      <dgm:spPr/>
      <dgm:t>
        <a:bodyPr/>
        <a:lstStyle/>
        <a:p>
          <a:endParaRPr lang="es-ES"/>
        </a:p>
      </dgm:t>
    </dgm:pt>
    <dgm:pt modelId="{960B2EAB-7DC4-48E4-859A-AA3D73BB23CB}">
      <dgm:prSet phldrT="[Texto]"/>
      <dgm:spPr/>
      <dgm:t>
        <a:bodyPr/>
        <a:lstStyle/>
        <a:p>
          <a:r>
            <a:rPr lang="ca-ES" dirty="0"/>
            <a:t>S’inclou una càrrega de dades inicials a partir </a:t>
          </a:r>
          <a:r>
            <a:rPr lang="ca-ES" dirty="0" err="1"/>
            <a:t>d’XSinfo</a:t>
          </a:r>
          <a:r>
            <a:rPr lang="ca-ES" dirty="0"/>
            <a:t>	</a:t>
          </a:r>
          <a:endParaRPr lang="es-ES" dirty="0"/>
        </a:p>
      </dgm:t>
    </dgm:pt>
    <dgm:pt modelId="{54D06E95-38E8-4567-9E19-B0C2B250CDE6}" type="parTrans" cxnId="{3AB3E309-C720-4D57-BB44-7A8EA5B93C2B}">
      <dgm:prSet/>
      <dgm:spPr/>
      <dgm:t>
        <a:bodyPr/>
        <a:lstStyle/>
        <a:p>
          <a:endParaRPr lang="es-ES"/>
        </a:p>
      </dgm:t>
    </dgm:pt>
    <dgm:pt modelId="{8E145B9F-16E3-4E33-BC6E-27AE3AA73409}" type="sibTrans" cxnId="{3AB3E309-C720-4D57-BB44-7A8EA5B93C2B}">
      <dgm:prSet/>
      <dgm:spPr/>
      <dgm:t>
        <a:bodyPr/>
        <a:lstStyle/>
        <a:p>
          <a:endParaRPr lang="es-ES"/>
        </a:p>
      </dgm:t>
    </dgm:pt>
    <dgm:pt modelId="{99061174-1447-48AC-BAD4-47A038CF60C5}">
      <dgm:prSet phldrT="[Texto]"/>
      <dgm:spPr/>
      <dgm:t>
        <a:bodyPr/>
        <a:lstStyle/>
        <a:p>
          <a:r>
            <a:rPr lang="ca-ES" dirty="0"/>
            <a:t>Clients sector construcció</a:t>
          </a:r>
          <a:endParaRPr lang="es-ES" dirty="0"/>
        </a:p>
      </dgm:t>
    </dgm:pt>
    <dgm:pt modelId="{70738B2C-9C76-406F-8628-AEA61D7548B9}" type="parTrans" cxnId="{CB6561F5-1E45-407F-B972-9AFAB52295C1}">
      <dgm:prSet/>
      <dgm:spPr/>
      <dgm:t>
        <a:bodyPr/>
        <a:lstStyle/>
        <a:p>
          <a:endParaRPr lang="es-ES"/>
        </a:p>
      </dgm:t>
    </dgm:pt>
    <dgm:pt modelId="{EBB443D2-32EF-4432-8587-05C912E40535}" type="sibTrans" cxnId="{CB6561F5-1E45-407F-B972-9AFAB52295C1}">
      <dgm:prSet/>
      <dgm:spPr/>
      <dgm:t>
        <a:bodyPr/>
        <a:lstStyle/>
        <a:p>
          <a:endParaRPr lang="es-ES"/>
        </a:p>
      </dgm:t>
    </dgm:pt>
    <dgm:pt modelId="{3D475B60-9EEE-45B5-B5A1-055370533650}">
      <dgm:prSet phldrT="[Texto]"/>
      <dgm:spPr/>
      <dgm:t>
        <a:bodyPr/>
        <a:lstStyle/>
        <a:p>
          <a:r>
            <a:rPr lang="ca-ES" dirty="0"/>
            <a:t>Desenvolupament</a:t>
          </a:r>
          <a:r>
            <a:rPr lang="ca-ES" baseline="0" dirty="0"/>
            <a:t> de funcions diferencials </a:t>
          </a:r>
          <a:r>
            <a:rPr lang="ca-ES" baseline="0" dirty="0" err="1"/>
            <a:t>d’XSinfo</a:t>
          </a:r>
          <a:r>
            <a:rPr lang="ca-ES" baseline="0" dirty="0"/>
            <a:t> a incorporar en el nostre estàndard </a:t>
          </a:r>
          <a:r>
            <a:rPr lang="ca-ES" baseline="0" dirty="0" err="1"/>
            <a:t>d’Odoo</a:t>
          </a:r>
          <a:endParaRPr lang="es-ES" dirty="0"/>
        </a:p>
      </dgm:t>
    </dgm:pt>
    <dgm:pt modelId="{7BCC4F0E-7CB0-4BA9-945C-0508795DB3F2}" type="parTrans" cxnId="{8803C36F-D37A-4359-AA68-16A9A55DEEB1}">
      <dgm:prSet/>
      <dgm:spPr/>
      <dgm:t>
        <a:bodyPr/>
        <a:lstStyle/>
        <a:p>
          <a:endParaRPr lang="es-ES"/>
        </a:p>
      </dgm:t>
    </dgm:pt>
    <dgm:pt modelId="{3A0AC809-8B7D-4D17-8ADB-0A03E48F74C8}" type="sibTrans" cxnId="{8803C36F-D37A-4359-AA68-16A9A55DEEB1}">
      <dgm:prSet/>
      <dgm:spPr/>
      <dgm:t>
        <a:bodyPr/>
        <a:lstStyle/>
        <a:p>
          <a:endParaRPr lang="es-ES"/>
        </a:p>
      </dgm:t>
    </dgm:pt>
    <dgm:pt modelId="{B085AA44-55B1-4374-8147-2448A70D3370}">
      <dgm:prSet phldrT="[Texto]"/>
      <dgm:spPr/>
      <dgm:t>
        <a:bodyPr/>
        <a:lstStyle/>
        <a:p>
          <a:r>
            <a:rPr lang="ca-ES" dirty="0"/>
            <a:t>Desenvolupament del vertical de TPV</a:t>
          </a:r>
          <a:endParaRPr lang="es-ES" dirty="0"/>
        </a:p>
      </dgm:t>
    </dgm:pt>
    <dgm:pt modelId="{094ADAFC-AA9D-40B2-90C5-8062348CB6AB}" type="parTrans" cxnId="{3C6D1591-6AAA-4AEC-938A-12B63C2624A8}">
      <dgm:prSet/>
      <dgm:spPr/>
      <dgm:t>
        <a:bodyPr/>
        <a:lstStyle/>
        <a:p>
          <a:endParaRPr lang="es-ES"/>
        </a:p>
      </dgm:t>
    </dgm:pt>
    <dgm:pt modelId="{9995DA61-A62E-49A2-BAD8-D2796AEAF076}" type="sibTrans" cxnId="{3C6D1591-6AAA-4AEC-938A-12B63C2624A8}">
      <dgm:prSet/>
      <dgm:spPr/>
      <dgm:t>
        <a:bodyPr/>
        <a:lstStyle/>
        <a:p>
          <a:endParaRPr lang="es-ES"/>
        </a:p>
      </dgm:t>
    </dgm:pt>
    <dgm:pt modelId="{636FCC36-A512-4F68-A329-E8EB0F8FD332}">
      <dgm:prSet phldrT="[Texto]"/>
      <dgm:spPr/>
      <dgm:t>
        <a:bodyPr/>
        <a:lstStyle/>
        <a:p>
          <a:r>
            <a:rPr lang="ca-ES" dirty="0"/>
            <a:t>Històrics</a:t>
          </a:r>
          <a:endParaRPr lang="es-ES" dirty="0"/>
        </a:p>
      </dgm:t>
    </dgm:pt>
    <dgm:pt modelId="{18CB6428-874D-4E56-B26F-FE3FA3AF9FF5}" type="parTrans" cxnId="{AF5CBB11-9846-4180-B7F3-BDB14BE8C35D}">
      <dgm:prSet/>
      <dgm:spPr/>
      <dgm:t>
        <a:bodyPr/>
        <a:lstStyle/>
        <a:p>
          <a:endParaRPr lang="es-ES"/>
        </a:p>
      </dgm:t>
    </dgm:pt>
    <dgm:pt modelId="{DC620045-BAB1-476E-8B12-52EC8EC81C70}" type="sibTrans" cxnId="{AF5CBB11-9846-4180-B7F3-BDB14BE8C35D}">
      <dgm:prSet/>
      <dgm:spPr/>
      <dgm:t>
        <a:bodyPr/>
        <a:lstStyle/>
        <a:p>
          <a:endParaRPr lang="es-ES"/>
        </a:p>
      </dgm:t>
    </dgm:pt>
    <dgm:pt modelId="{0437F0EC-BE4F-41DB-8209-34955893F602}">
      <dgm:prSet phldrT="[Texto]"/>
      <dgm:spPr/>
      <dgm:t>
        <a:bodyPr/>
        <a:lstStyle/>
        <a:p>
          <a:r>
            <a:rPr lang="ca-ES" dirty="0"/>
            <a:t>Desenvolupament de migració d’històrics</a:t>
          </a:r>
          <a:endParaRPr lang="es-ES" dirty="0"/>
        </a:p>
      </dgm:t>
    </dgm:pt>
    <dgm:pt modelId="{F9AABB21-E35E-4969-A26D-3B4EDBF70993}" type="parTrans" cxnId="{5B530D77-195F-426F-B439-B52238846F38}">
      <dgm:prSet/>
      <dgm:spPr/>
      <dgm:t>
        <a:bodyPr/>
        <a:lstStyle/>
        <a:p>
          <a:endParaRPr lang="es-ES"/>
        </a:p>
      </dgm:t>
    </dgm:pt>
    <dgm:pt modelId="{F9E02C2C-AD4A-4080-835E-0F30CD5A05CD}" type="sibTrans" cxnId="{5B530D77-195F-426F-B439-B52238846F38}">
      <dgm:prSet/>
      <dgm:spPr/>
      <dgm:t>
        <a:bodyPr/>
        <a:lstStyle/>
        <a:p>
          <a:endParaRPr lang="es-ES"/>
        </a:p>
      </dgm:t>
    </dgm:pt>
    <dgm:pt modelId="{0644B570-388C-4407-A036-BD78F64B8BF2}">
      <dgm:prSet phldrT="[Texto]"/>
      <dgm:spPr/>
      <dgm:t>
        <a:bodyPr/>
        <a:lstStyle/>
        <a:p>
          <a:r>
            <a:rPr lang="ca-ES" dirty="0"/>
            <a:t>Traspàs de dades històriques als clients que ho hagin contractat</a:t>
          </a:r>
          <a:endParaRPr lang="es-ES" dirty="0"/>
        </a:p>
      </dgm:t>
    </dgm:pt>
    <dgm:pt modelId="{D25FC857-7A0F-4146-AB94-4ECEDCE7A4F2}" type="parTrans" cxnId="{D88D3B1E-A259-4C0A-A703-873778C36E8F}">
      <dgm:prSet/>
      <dgm:spPr/>
      <dgm:t>
        <a:bodyPr/>
        <a:lstStyle/>
        <a:p>
          <a:endParaRPr lang="es-ES"/>
        </a:p>
      </dgm:t>
    </dgm:pt>
    <dgm:pt modelId="{96006FA9-BD99-4721-9437-08FF9674E1B8}" type="sibTrans" cxnId="{D88D3B1E-A259-4C0A-A703-873778C36E8F}">
      <dgm:prSet/>
      <dgm:spPr/>
      <dgm:t>
        <a:bodyPr/>
        <a:lstStyle/>
        <a:p>
          <a:endParaRPr lang="es-ES"/>
        </a:p>
      </dgm:t>
    </dgm:pt>
    <dgm:pt modelId="{D31C50CC-CB24-4CE5-9887-A2D9C90C8EA7}">
      <dgm:prSet phldrT="[Texto]"/>
      <dgm:spPr/>
      <dgm:t>
        <a:bodyPr/>
        <a:lstStyle/>
        <a:p>
          <a:r>
            <a:rPr lang="ca-ES" baseline="0" dirty="0"/>
            <a:t>TPV</a:t>
          </a:r>
          <a:endParaRPr lang="es-ES" dirty="0"/>
        </a:p>
      </dgm:t>
    </dgm:pt>
    <dgm:pt modelId="{13201608-EBA1-4A8D-8DF0-42E706E12494}" type="parTrans" cxnId="{50B2BEBA-C9E5-4C77-A96A-51EEDCC9C856}">
      <dgm:prSet/>
      <dgm:spPr/>
      <dgm:t>
        <a:bodyPr/>
        <a:lstStyle/>
        <a:p>
          <a:endParaRPr lang="es-ES"/>
        </a:p>
      </dgm:t>
    </dgm:pt>
    <dgm:pt modelId="{464D37C6-74D1-4DFD-89DA-76D88946A972}" type="sibTrans" cxnId="{50B2BEBA-C9E5-4C77-A96A-51EEDCC9C856}">
      <dgm:prSet/>
      <dgm:spPr/>
      <dgm:t>
        <a:bodyPr/>
        <a:lstStyle/>
        <a:p>
          <a:endParaRPr lang="es-ES"/>
        </a:p>
      </dgm:t>
    </dgm:pt>
    <dgm:pt modelId="{5007F3FA-6984-4D95-B962-A4765146E804}">
      <dgm:prSet phldrT="[Texto]"/>
      <dgm:spPr/>
      <dgm:t>
        <a:bodyPr/>
        <a:lstStyle/>
        <a:p>
          <a:r>
            <a:rPr lang="ca-ES" dirty="0"/>
            <a:t>Disponible per a la migració dels clients sectorials</a:t>
          </a:r>
          <a:endParaRPr lang="es-ES" dirty="0"/>
        </a:p>
      </dgm:t>
    </dgm:pt>
    <dgm:pt modelId="{62CDC0C4-AB00-4AEE-BD34-CDD63E10670F}" type="parTrans" cxnId="{ED077ECB-00E7-44D1-A227-CEB94017C5B5}">
      <dgm:prSet/>
      <dgm:spPr/>
      <dgm:t>
        <a:bodyPr/>
        <a:lstStyle/>
        <a:p>
          <a:endParaRPr lang="es-ES"/>
        </a:p>
      </dgm:t>
    </dgm:pt>
    <dgm:pt modelId="{C7CEE9BD-741D-484E-BA32-4C8B63D362E0}" type="sibTrans" cxnId="{ED077ECB-00E7-44D1-A227-CEB94017C5B5}">
      <dgm:prSet/>
      <dgm:spPr/>
      <dgm:t>
        <a:bodyPr/>
        <a:lstStyle/>
        <a:p>
          <a:endParaRPr lang="es-ES"/>
        </a:p>
      </dgm:t>
    </dgm:pt>
    <dgm:pt modelId="{07FF7016-AD6D-4BE0-A8DC-B1026AFB7B45}">
      <dgm:prSet phldrT="[Texto]"/>
      <dgm:spPr/>
      <dgm:t>
        <a:bodyPr/>
        <a:lstStyle/>
        <a:p>
          <a:r>
            <a:rPr lang="ca-ES" dirty="0"/>
            <a:t>Es realitza la migració dels clients amb TPV</a:t>
          </a:r>
          <a:endParaRPr lang="es-ES" dirty="0"/>
        </a:p>
      </dgm:t>
    </dgm:pt>
    <dgm:pt modelId="{0B99FA6C-9751-4089-A0EF-156E6537C904}" type="parTrans" cxnId="{6CED9488-9B48-4269-BFCA-CCCAE3727878}">
      <dgm:prSet/>
      <dgm:spPr/>
      <dgm:t>
        <a:bodyPr/>
        <a:lstStyle/>
        <a:p>
          <a:endParaRPr lang="es-ES"/>
        </a:p>
      </dgm:t>
    </dgm:pt>
    <dgm:pt modelId="{AC4C3854-0817-4248-9F22-625DF50EEBE6}" type="sibTrans" cxnId="{6CED9488-9B48-4269-BFCA-CCCAE3727878}">
      <dgm:prSet/>
      <dgm:spPr/>
      <dgm:t>
        <a:bodyPr/>
        <a:lstStyle/>
        <a:p>
          <a:endParaRPr lang="es-ES"/>
        </a:p>
      </dgm:t>
    </dgm:pt>
    <dgm:pt modelId="{16CC2853-4A96-4834-B813-2456E6328DB5}">
      <dgm:prSet phldrT="[Texto]"/>
      <dgm:spPr/>
      <dgm:t>
        <a:bodyPr/>
        <a:lstStyle/>
        <a:p>
          <a:r>
            <a:rPr lang="ca-ES" dirty="0"/>
            <a:t>Fi de vida de </a:t>
          </a:r>
          <a:r>
            <a:rPr lang="ca-ES" dirty="0" err="1"/>
            <a:t>l’aStore</a:t>
          </a:r>
          <a:r>
            <a:rPr lang="ca-ES" dirty="0"/>
            <a:t>, servidor </a:t>
          </a:r>
          <a:r>
            <a:rPr lang="ca-ES" dirty="0" err="1"/>
            <a:t>aStore</a:t>
          </a:r>
          <a:r>
            <a:rPr lang="ca-ES" dirty="0"/>
            <a:t> apagat</a:t>
          </a:r>
          <a:endParaRPr lang="es-ES" dirty="0"/>
        </a:p>
      </dgm:t>
    </dgm:pt>
    <dgm:pt modelId="{2AF4DA5F-EDFD-4012-BAEB-2DFA36CD3B31}" type="parTrans" cxnId="{F7093BF7-7D89-44DB-A6A7-3CC07F614A3D}">
      <dgm:prSet/>
      <dgm:spPr/>
      <dgm:t>
        <a:bodyPr/>
        <a:lstStyle/>
        <a:p>
          <a:endParaRPr lang="es-ES"/>
        </a:p>
      </dgm:t>
    </dgm:pt>
    <dgm:pt modelId="{E5B03BBB-BDF1-492F-9042-283E622A5DC9}" type="sibTrans" cxnId="{F7093BF7-7D89-44DB-A6A7-3CC07F614A3D}">
      <dgm:prSet/>
      <dgm:spPr/>
      <dgm:t>
        <a:bodyPr/>
        <a:lstStyle/>
        <a:p>
          <a:endParaRPr lang="es-ES"/>
        </a:p>
      </dgm:t>
    </dgm:pt>
    <dgm:pt modelId="{A635ECDC-C61E-454C-ABCF-212A1415945F}">
      <dgm:prSet phldrT="[Texto]"/>
      <dgm:spPr/>
      <dgm:t>
        <a:bodyPr/>
        <a:lstStyle/>
        <a:p>
          <a:r>
            <a:rPr lang="ca-ES" dirty="0"/>
            <a:t>Clients específics</a:t>
          </a:r>
          <a:endParaRPr lang="es-ES" dirty="0"/>
        </a:p>
      </dgm:t>
    </dgm:pt>
    <dgm:pt modelId="{C72A4EBD-4939-4D10-8889-FD4EFF4E94C4}" type="parTrans" cxnId="{4EE6BEED-79E4-4B90-8AD2-8C3EA4C03609}">
      <dgm:prSet/>
      <dgm:spPr/>
      <dgm:t>
        <a:bodyPr/>
        <a:lstStyle/>
        <a:p>
          <a:endParaRPr lang="es-ES"/>
        </a:p>
      </dgm:t>
    </dgm:pt>
    <dgm:pt modelId="{EB02689C-7165-4A02-BEBD-34E4546C5617}" type="sibTrans" cxnId="{4EE6BEED-79E4-4B90-8AD2-8C3EA4C03609}">
      <dgm:prSet/>
      <dgm:spPr/>
      <dgm:t>
        <a:bodyPr/>
        <a:lstStyle/>
        <a:p>
          <a:endParaRPr lang="es-ES"/>
        </a:p>
      </dgm:t>
    </dgm:pt>
    <dgm:pt modelId="{A26D1A1C-0400-4229-AAB5-4D8601323335}">
      <dgm:prSet/>
      <dgm:spPr/>
      <dgm:t>
        <a:bodyPr/>
        <a:lstStyle/>
        <a:p>
          <a:r>
            <a:rPr lang="ca-ES" dirty="0"/>
            <a:t>Disponible per als clients amb alta personalització, projectes no estàndard</a:t>
          </a:r>
          <a:endParaRPr lang="es-ES" dirty="0"/>
        </a:p>
      </dgm:t>
    </dgm:pt>
    <dgm:pt modelId="{CE68F719-1340-4D3C-8A33-BC914E8C5F4B}" type="parTrans" cxnId="{0D6B43F2-C771-45AE-8B35-7616DECA43D7}">
      <dgm:prSet/>
      <dgm:spPr/>
      <dgm:t>
        <a:bodyPr/>
        <a:lstStyle/>
        <a:p>
          <a:endParaRPr lang="es-ES"/>
        </a:p>
      </dgm:t>
    </dgm:pt>
    <dgm:pt modelId="{3E894E67-E9C5-41C2-9CB6-C5A1BB1B8440}" type="sibTrans" cxnId="{0D6B43F2-C771-45AE-8B35-7616DECA43D7}">
      <dgm:prSet/>
      <dgm:spPr/>
      <dgm:t>
        <a:bodyPr/>
        <a:lstStyle/>
        <a:p>
          <a:endParaRPr lang="es-ES"/>
        </a:p>
      </dgm:t>
    </dgm:pt>
    <dgm:pt modelId="{D478685F-6CBE-454D-AC21-B215BAB29143}">
      <dgm:prSet/>
      <dgm:spPr/>
      <dgm:t>
        <a:bodyPr/>
        <a:lstStyle/>
        <a:p>
          <a:r>
            <a:rPr lang="ca-ES" dirty="0"/>
            <a:t>Fi de vida de </a:t>
          </a:r>
          <a:r>
            <a:rPr lang="ca-ES" dirty="0" err="1"/>
            <a:t>XSinfo</a:t>
          </a:r>
          <a:r>
            <a:rPr lang="ca-ES" dirty="0"/>
            <a:t>, servidors </a:t>
          </a:r>
          <a:r>
            <a:rPr lang="ca-ES" dirty="0" err="1"/>
            <a:t>d’XSinfo</a:t>
          </a:r>
          <a:r>
            <a:rPr lang="ca-ES" dirty="0"/>
            <a:t> apagats</a:t>
          </a:r>
          <a:endParaRPr lang="es-ES" dirty="0"/>
        </a:p>
      </dgm:t>
    </dgm:pt>
    <dgm:pt modelId="{FE13D947-ADFF-4FD2-82D9-A2E8E2739B43}" type="parTrans" cxnId="{A41E0CE8-6F29-4740-8199-C99EEF5B929F}">
      <dgm:prSet/>
      <dgm:spPr/>
      <dgm:t>
        <a:bodyPr/>
        <a:lstStyle/>
        <a:p>
          <a:endParaRPr lang="es-ES"/>
        </a:p>
      </dgm:t>
    </dgm:pt>
    <dgm:pt modelId="{D8F65D33-6359-4B4C-A52C-CC3CB35CCF5F}" type="sibTrans" cxnId="{A41E0CE8-6F29-4740-8199-C99EEF5B929F}">
      <dgm:prSet/>
      <dgm:spPr/>
      <dgm:t>
        <a:bodyPr/>
        <a:lstStyle/>
        <a:p>
          <a:endParaRPr lang="es-ES"/>
        </a:p>
      </dgm:t>
    </dgm:pt>
    <dgm:pt modelId="{5D489CDC-B56C-427B-BD8C-2160F6873230}">
      <dgm:prSet phldrT="[Texto]"/>
      <dgm:spPr/>
      <dgm:t>
        <a:bodyPr/>
        <a:lstStyle/>
        <a:p>
          <a:r>
            <a:rPr lang="ca-ES" dirty="0"/>
            <a:t>Clients estàndard</a:t>
          </a:r>
          <a:endParaRPr lang="es-ES" dirty="0"/>
        </a:p>
      </dgm:t>
    </dgm:pt>
    <dgm:pt modelId="{2C6A6CF9-A3D8-4BF9-92E1-C99BF4920ED7}" type="sibTrans" cxnId="{B41E0443-EEF4-486F-8662-EDE82A4EF0A9}">
      <dgm:prSet/>
      <dgm:spPr/>
      <dgm:t>
        <a:bodyPr/>
        <a:lstStyle/>
        <a:p>
          <a:endParaRPr lang="es-ES"/>
        </a:p>
      </dgm:t>
    </dgm:pt>
    <dgm:pt modelId="{8CB891BB-000E-48B2-A60C-0955635C7B59}" type="parTrans" cxnId="{B41E0443-EEF4-486F-8662-EDE82A4EF0A9}">
      <dgm:prSet/>
      <dgm:spPr/>
      <dgm:t>
        <a:bodyPr/>
        <a:lstStyle/>
        <a:p>
          <a:endParaRPr lang="es-ES"/>
        </a:p>
      </dgm:t>
    </dgm:pt>
    <dgm:pt modelId="{9A355AE5-D946-4C49-A983-9F6EF1FBA3FA}" type="pres">
      <dgm:prSet presAssocID="{43AFCD91-42CD-470F-BC88-E1B99BCB4649}" presName="linearFlow" presStyleCnt="0">
        <dgm:presLayoutVars>
          <dgm:dir/>
          <dgm:animLvl val="lvl"/>
          <dgm:resizeHandles val="exact"/>
        </dgm:presLayoutVars>
      </dgm:prSet>
      <dgm:spPr/>
    </dgm:pt>
    <dgm:pt modelId="{E18E15A1-F12A-4AB0-BC9F-E11BB6705837}" type="pres">
      <dgm:prSet presAssocID="{5D489CDC-B56C-427B-BD8C-2160F6873230}" presName="composite" presStyleCnt="0"/>
      <dgm:spPr/>
    </dgm:pt>
    <dgm:pt modelId="{0D0B4089-1364-4F3E-A023-511E201F998F}" type="pres">
      <dgm:prSet presAssocID="{5D489CDC-B56C-427B-BD8C-2160F6873230}" presName="parentText" presStyleLbl="alignNode1" presStyleIdx="0" presStyleCnt="5">
        <dgm:presLayoutVars>
          <dgm:chMax val="1"/>
          <dgm:bulletEnabled val="1"/>
        </dgm:presLayoutVars>
      </dgm:prSet>
      <dgm:spPr/>
    </dgm:pt>
    <dgm:pt modelId="{4250A8B7-C91B-41B8-86C1-EDF7D3CF9D58}" type="pres">
      <dgm:prSet presAssocID="{5D489CDC-B56C-427B-BD8C-2160F6873230}" presName="descendantText" presStyleLbl="alignAcc1" presStyleIdx="0" presStyleCnt="5">
        <dgm:presLayoutVars>
          <dgm:bulletEnabled val="1"/>
        </dgm:presLayoutVars>
      </dgm:prSet>
      <dgm:spPr/>
    </dgm:pt>
    <dgm:pt modelId="{BA95DB24-E0ED-4401-9AE5-C71B30737188}" type="pres">
      <dgm:prSet presAssocID="{2C6A6CF9-A3D8-4BF9-92E1-C99BF4920ED7}" presName="sp" presStyleCnt="0"/>
      <dgm:spPr/>
    </dgm:pt>
    <dgm:pt modelId="{3B1CF546-FE76-473B-AAEE-3407F4407453}" type="pres">
      <dgm:prSet presAssocID="{99061174-1447-48AC-BAD4-47A038CF60C5}" presName="composite" presStyleCnt="0"/>
      <dgm:spPr/>
    </dgm:pt>
    <dgm:pt modelId="{04C35753-5CF6-485D-894E-2436C8B428B0}" type="pres">
      <dgm:prSet presAssocID="{99061174-1447-48AC-BAD4-47A038CF60C5}" presName="parentText" presStyleLbl="alignNode1" presStyleIdx="1" presStyleCnt="5" custLinFactNeighborY="729">
        <dgm:presLayoutVars>
          <dgm:chMax val="1"/>
          <dgm:bulletEnabled val="1"/>
        </dgm:presLayoutVars>
      </dgm:prSet>
      <dgm:spPr/>
    </dgm:pt>
    <dgm:pt modelId="{8D425864-A673-4524-9843-F0EC706BA79F}" type="pres">
      <dgm:prSet presAssocID="{99061174-1447-48AC-BAD4-47A038CF60C5}" presName="descendantText" presStyleLbl="alignAcc1" presStyleIdx="1" presStyleCnt="5">
        <dgm:presLayoutVars>
          <dgm:bulletEnabled val="1"/>
        </dgm:presLayoutVars>
      </dgm:prSet>
      <dgm:spPr/>
    </dgm:pt>
    <dgm:pt modelId="{7F796A62-8C95-450A-A2DD-45692DA69D03}" type="pres">
      <dgm:prSet presAssocID="{EBB443D2-32EF-4432-8587-05C912E40535}" presName="sp" presStyleCnt="0"/>
      <dgm:spPr/>
    </dgm:pt>
    <dgm:pt modelId="{901C8A60-A3A4-4677-98B4-F73165BDA961}" type="pres">
      <dgm:prSet presAssocID="{D31C50CC-CB24-4CE5-9887-A2D9C90C8EA7}" presName="composite" presStyleCnt="0"/>
      <dgm:spPr/>
    </dgm:pt>
    <dgm:pt modelId="{E05E0622-43AF-4C98-96C4-C26B36A3FEEA}" type="pres">
      <dgm:prSet presAssocID="{D31C50CC-CB24-4CE5-9887-A2D9C90C8EA7}" presName="parentText" presStyleLbl="alignNode1" presStyleIdx="2" presStyleCnt="5">
        <dgm:presLayoutVars>
          <dgm:chMax val="1"/>
          <dgm:bulletEnabled val="1"/>
        </dgm:presLayoutVars>
      </dgm:prSet>
      <dgm:spPr/>
    </dgm:pt>
    <dgm:pt modelId="{91BF850C-6F4E-482B-A80F-82A31858221E}" type="pres">
      <dgm:prSet presAssocID="{D31C50CC-CB24-4CE5-9887-A2D9C90C8EA7}" presName="descendantText" presStyleLbl="alignAcc1" presStyleIdx="2" presStyleCnt="5">
        <dgm:presLayoutVars>
          <dgm:bulletEnabled val="1"/>
        </dgm:presLayoutVars>
      </dgm:prSet>
      <dgm:spPr/>
    </dgm:pt>
    <dgm:pt modelId="{A5C899D5-BCEA-4E40-9C53-A9010C09C915}" type="pres">
      <dgm:prSet presAssocID="{464D37C6-74D1-4DFD-89DA-76D88946A972}" presName="sp" presStyleCnt="0"/>
      <dgm:spPr/>
    </dgm:pt>
    <dgm:pt modelId="{DEDAB00C-F1C3-46FC-A2C3-CE31F6C07EFE}" type="pres">
      <dgm:prSet presAssocID="{636FCC36-A512-4F68-A329-E8EB0F8FD332}" presName="composite" presStyleCnt="0"/>
      <dgm:spPr/>
    </dgm:pt>
    <dgm:pt modelId="{D3A3AF51-F42E-4C3D-94AF-3B77A4D13723}" type="pres">
      <dgm:prSet presAssocID="{636FCC36-A512-4F68-A329-E8EB0F8FD332}" presName="parentText" presStyleLbl="alignNode1" presStyleIdx="3" presStyleCnt="5">
        <dgm:presLayoutVars>
          <dgm:chMax val="1"/>
          <dgm:bulletEnabled val="1"/>
        </dgm:presLayoutVars>
      </dgm:prSet>
      <dgm:spPr/>
    </dgm:pt>
    <dgm:pt modelId="{D943C40E-FCF6-4B77-BAFE-B74568AB083F}" type="pres">
      <dgm:prSet presAssocID="{636FCC36-A512-4F68-A329-E8EB0F8FD332}" presName="descendantText" presStyleLbl="alignAcc1" presStyleIdx="3" presStyleCnt="5" custLinFactNeighborX="125" custLinFactNeighborY="-3158">
        <dgm:presLayoutVars>
          <dgm:bulletEnabled val="1"/>
        </dgm:presLayoutVars>
      </dgm:prSet>
      <dgm:spPr/>
    </dgm:pt>
    <dgm:pt modelId="{B036062B-1485-4CC1-A8B8-793ADE054151}" type="pres">
      <dgm:prSet presAssocID="{DC620045-BAB1-476E-8B12-52EC8EC81C70}" presName="sp" presStyleCnt="0"/>
      <dgm:spPr/>
    </dgm:pt>
    <dgm:pt modelId="{21083A71-CCEC-469E-A472-6047373B10F8}" type="pres">
      <dgm:prSet presAssocID="{A635ECDC-C61E-454C-ABCF-212A1415945F}" presName="composite" presStyleCnt="0"/>
      <dgm:spPr/>
    </dgm:pt>
    <dgm:pt modelId="{D10C8C54-2E04-40CB-9977-AE411160802E}" type="pres">
      <dgm:prSet presAssocID="{A635ECDC-C61E-454C-ABCF-212A1415945F}" presName="parentText" presStyleLbl="alignNode1" presStyleIdx="4" presStyleCnt="5">
        <dgm:presLayoutVars>
          <dgm:chMax val="1"/>
          <dgm:bulletEnabled val="1"/>
        </dgm:presLayoutVars>
      </dgm:prSet>
      <dgm:spPr/>
    </dgm:pt>
    <dgm:pt modelId="{6ED5454E-FDA3-47EF-8A99-CFDDC6D6FAA4}" type="pres">
      <dgm:prSet presAssocID="{A635ECDC-C61E-454C-ABCF-212A1415945F}" presName="descendantText" presStyleLbl="alignAcc1" presStyleIdx="4" presStyleCnt="5">
        <dgm:presLayoutVars>
          <dgm:bulletEnabled val="1"/>
        </dgm:presLayoutVars>
      </dgm:prSet>
      <dgm:spPr/>
    </dgm:pt>
  </dgm:ptLst>
  <dgm:cxnLst>
    <dgm:cxn modelId="{C3895E01-E748-4477-A479-1B0269C9BB90}" type="presOf" srcId="{88B4DFC7-3DD1-4D86-BE3F-2B2FB6360919}" destId="{4250A8B7-C91B-41B8-86C1-EDF7D3CF9D58}" srcOrd="0" destOrd="0" presId="urn:microsoft.com/office/officeart/2005/8/layout/chevron2"/>
    <dgm:cxn modelId="{3AB3E309-C720-4D57-BB44-7A8EA5B93C2B}" srcId="{5D489CDC-B56C-427B-BD8C-2160F6873230}" destId="{960B2EAB-7DC4-48E4-859A-AA3D73BB23CB}" srcOrd="1" destOrd="0" parTransId="{54D06E95-38E8-4567-9E19-B0C2B250CDE6}" sibTransId="{8E145B9F-16E3-4E33-BC6E-27AE3AA73409}"/>
    <dgm:cxn modelId="{AF5CBB11-9846-4180-B7F3-BDB14BE8C35D}" srcId="{43AFCD91-42CD-470F-BC88-E1B99BCB4649}" destId="{636FCC36-A512-4F68-A329-E8EB0F8FD332}" srcOrd="3" destOrd="0" parTransId="{18CB6428-874D-4E56-B26F-FE3FA3AF9FF5}" sibTransId="{DC620045-BAB1-476E-8B12-52EC8EC81C70}"/>
    <dgm:cxn modelId="{DB814B17-CEDD-4097-89DC-BB67F418F1B1}" type="presOf" srcId="{99061174-1447-48AC-BAD4-47A038CF60C5}" destId="{04C35753-5CF6-485D-894E-2436C8B428B0}" srcOrd="0" destOrd="0" presId="urn:microsoft.com/office/officeart/2005/8/layout/chevron2"/>
    <dgm:cxn modelId="{D88D3B1E-A259-4C0A-A703-873778C36E8F}" srcId="{636FCC36-A512-4F68-A329-E8EB0F8FD332}" destId="{0644B570-388C-4407-A036-BD78F64B8BF2}" srcOrd="1" destOrd="0" parTransId="{D25FC857-7A0F-4146-AB94-4ECEDCE7A4F2}" sibTransId="{96006FA9-BD99-4721-9437-08FF9674E1B8}"/>
    <dgm:cxn modelId="{A841C025-70CC-46B4-BA8C-ACC7F2BFADC8}" type="presOf" srcId="{43AFCD91-42CD-470F-BC88-E1B99BCB4649}" destId="{9A355AE5-D946-4C49-A983-9F6EF1FBA3FA}" srcOrd="0" destOrd="0" presId="urn:microsoft.com/office/officeart/2005/8/layout/chevron2"/>
    <dgm:cxn modelId="{1C9EC829-68E7-4E08-AAE8-1403649D3BAB}" type="presOf" srcId="{5D489CDC-B56C-427B-BD8C-2160F6873230}" destId="{0D0B4089-1364-4F3E-A023-511E201F998F}" srcOrd="0" destOrd="0" presId="urn:microsoft.com/office/officeart/2005/8/layout/chevron2"/>
    <dgm:cxn modelId="{73CBD72A-B479-4830-A42F-D11EFE1AED4B}" type="presOf" srcId="{D31C50CC-CB24-4CE5-9887-A2D9C90C8EA7}" destId="{E05E0622-43AF-4C98-96C4-C26B36A3FEEA}" srcOrd="0" destOrd="0" presId="urn:microsoft.com/office/officeart/2005/8/layout/chevron2"/>
    <dgm:cxn modelId="{23151442-8102-4BC1-A4EE-D8711D08BD54}" type="presOf" srcId="{D478685F-6CBE-454D-AC21-B215BAB29143}" destId="{6ED5454E-FDA3-47EF-8A99-CFDDC6D6FAA4}" srcOrd="0" destOrd="1" presId="urn:microsoft.com/office/officeart/2005/8/layout/chevron2"/>
    <dgm:cxn modelId="{B41E0443-EEF4-486F-8662-EDE82A4EF0A9}" srcId="{43AFCD91-42CD-470F-BC88-E1B99BCB4649}" destId="{5D489CDC-B56C-427B-BD8C-2160F6873230}" srcOrd="0" destOrd="0" parTransId="{8CB891BB-000E-48B2-A60C-0955635C7B59}" sibTransId="{2C6A6CF9-A3D8-4BF9-92E1-C99BF4920ED7}"/>
    <dgm:cxn modelId="{9DD72144-92CB-48FD-A0D8-6BD51390D999}" type="presOf" srcId="{A635ECDC-C61E-454C-ABCF-212A1415945F}" destId="{D10C8C54-2E04-40CB-9977-AE411160802E}" srcOrd="0" destOrd="0" presId="urn:microsoft.com/office/officeart/2005/8/layout/chevron2"/>
    <dgm:cxn modelId="{21B3EC67-F863-4DE1-A047-0C9F7124D44B}" type="presOf" srcId="{0644B570-388C-4407-A036-BD78F64B8BF2}" destId="{D943C40E-FCF6-4B77-BAFE-B74568AB083F}" srcOrd="0" destOrd="1" presId="urn:microsoft.com/office/officeart/2005/8/layout/chevron2"/>
    <dgm:cxn modelId="{2D43204B-22C1-4179-AAC7-5FBF9A9C7167}" type="presOf" srcId="{07FF7016-AD6D-4BE0-A8DC-B1026AFB7B45}" destId="{91BF850C-6F4E-482B-A80F-82A31858221E}" srcOrd="0" destOrd="1" presId="urn:microsoft.com/office/officeart/2005/8/layout/chevron2"/>
    <dgm:cxn modelId="{5681266B-5CBE-4668-A605-4CB4F14E5D91}" type="presOf" srcId="{960B2EAB-7DC4-48E4-859A-AA3D73BB23CB}" destId="{4250A8B7-C91B-41B8-86C1-EDF7D3CF9D58}" srcOrd="0" destOrd="1" presId="urn:microsoft.com/office/officeart/2005/8/layout/chevron2"/>
    <dgm:cxn modelId="{8803C36F-D37A-4359-AA68-16A9A55DEEB1}" srcId="{99061174-1447-48AC-BAD4-47A038CF60C5}" destId="{3D475B60-9EEE-45B5-B5A1-055370533650}" srcOrd="0" destOrd="0" parTransId="{7BCC4F0E-7CB0-4BA9-945C-0508795DB3F2}" sibTransId="{3A0AC809-8B7D-4D17-8ADB-0A03E48F74C8}"/>
    <dgm:cxn modelId="{5B530D77-195F-426F-B439-B52238846F38}" srcId="{636FCC36-A512-4F68-A329-E8EB0F8FD332}" destId="{0437F0EC-BE4F-41DB-8209-34955893F602}" srcOrd="0" destOrd="0" parTransId="{F9AABB21-E35E-4969-A26D-3B4EDBF70993}" sibTransId="{F9E02C2C-AD4A-4080-835E-0F30CD5A05CD}"/>
    <dgm:cxn modelId="{11618877-1831-44AC-8A16-7E6E0280491E}" srcId="{5D489CDC-B56C-427B-BD8C-2160F6873230}" destId="{88B4DFC7-3DD1-4D86-BE3F-2B2FB6360919}" srcOrd="0" destOrd="0" parTransId="{92C622E8-6BFA-4091-BA85-9CE379AA4E36}" sibTransId="{B0F50F07-ACB2-4361-9E48-42DEA1D7DA42}"/>
    <dgm:cxn modelId="{E402537F-7F6A-496C-BD54-2C74CED21242}" type="presOf" srcId="{16CC2853-4A96-4834-B813-2456E6328DB5}" destId="{91BF850C-6F4E-482B-A80F-82A31858221E}" srcOrd="0" destOrd="2" presId="urn:microsoft.com/office/officeart/2005/8/layout/chevron2"/>
    <dgm:cxn modelId="{B461E684-DC5B-4605-8BA2-887A0178B312}" type="presOf" srcId="{A26D1A1C-0400-4229-AAB5-4D8601323335}" destId="{6ED5454E-FDA3-47EF-8A99-CFDDC6D6FAA4}" srcOrd="0" destOrd="0" presId="urn:microsoft.com/office/officeart/2005/8/layout/chevron2"/>
    <dgm:cxn modelId="{6CED9488-9B48-4269-BFCA-CCCAE3727878}" srcId="{D31C50CC-CB24-4CE5-9887-A2D9C90C8EA7}" destId="{07FF7016-AD6D-4BE0-A8DC-B1026AFB7B45}" srcOrd="1" destOrd="0" parTransId="{0B99FA6C-9751-4089-A0EF-156E6537C904}" sibTransId="{AC4C3854-0817-4248-9F22-625DF50EEBE6}"/>
    <dgm:cxn modelId="{3C6D1591-6AAA-4AEC-938A-12B63C2624A8}" srcId="{D31C50CC-CB24-4CE5-9887-A2D9C90C8EA7}" destId="{B085AA44-55B1-4374-8147-2448A70D3370}" srcOrd="0" destOrd="0" parTransId="{094ADAFC-AA9D-40B2-90C5-8062348CB6AB}" sibTransId="{9995DA61-A62E-49A2-BAD8-D2796AEAF076}"/>
    <dgm:cxn modelId="{CB1E3FB4-19D9-4ACE-B1DE-4E115D0E4FF8}" type="presOf" srcId="{636FCC36-A512-4F68-A329-E8EB0F8FD332}" destId="{D3A3AF51-F42E-4C3D-94AF-3B77A4D13723}" srcOrd="0" destOrd="0" presId="urn:microsoft.com/office/officeart/2005/8/layout/chevron2"/>
    <dgm:cxn modelId="{50B2BEBA-C9E5-4C77-A96A-51EEDCC9C856}" srcId="{43AFCD91-42CD-470F-BC88-E1B99BCB4649}" destId="{D31C50CC-CB24-4CE5-9887-A2D9C90C8EA7}" srcOrd="2" destOrd="0" parTransId="{13201608-EBA1-4A8D-8DF0-42E706E12494}" sibTransId="{464D37C6-74D1-4DFD-89DA-76D88946A972}"/>
    <dgm:cxn modelId="{ED077ECB-00E7-44D1-A227-CEB94017C5B5}" srcId="{99061174-1447-48AC-BAD4-47A038CF60C5}" destId="{5007F3FA-6984-4D95-B962-A4765146E804}" srcOrd="1" destOrd="0" parTransId="{62CDC0C4-AB00-4AEE-BD34-CDD63E10670F}" sibTransId="{C7CEE9BD-741D-484E-BA32-4C8B63D362E0}"/>
    <dgm:cxn modelId="{AED92FDE-E439-4BE2-86C2-A7B8EF0D8957}" type="presOf" srcId="{B085AA44-55B1-4374-8147-2448A70D3370}" destId="{91BF850C-6F4E-482B-A80F-82A31858221E}" srcOrd="0" destOrd="0" presId="urn:microsoft.com/office/officeart/2005/8/layout/chevron2"/>
    <dgm:cxn modelId="{1D6AB1E7-6EA5-4595-A347-A11B9653F3D4}" type="presOf" srcId="{3D475B60-9EEE-45B5-B5A1-055370533650}" destId="{8D425864-A673-4524-9843-F0EC706BA79F}" srcOrd="0" destOrd="0" presId="urn:microsoft.com/office/officeart/2005/8/layout/chevron2"/>
    <dgm:cxn modelId="{A41E0CE8-6F29-4740-8199-C99EEF5B929F}" srcId="{A635ECDC-C61E-454C-ABCF-212A1415945F}" destId="{D478685F-6CBE-454D-AC21-B215BAB29143}" srcOrd="1" destOrd="0" parTransId="{FE13D947-ADFF-4FD2-82D9-A2E8E2739B43}" sibTransId="{D8F65D33-6359-4B4C-A52C-CC3CB35CCF5F}"/>
    <dgm:cxn modelId="{663B94E8-84D7-410D-9DE3-E28F912FD89D}" type="presOf" srcId="{5007F3FA-6984-4D95-B962-A4765146E804}" destId="{8D425864-A673-4524-9843-F0EC706BA79F}" srcOrd="0" destOrd="1" presId="urn:microsoft.com/office/officeart/2005/8/layout/chevron2"/>
    <dgm:cxn modelId="{4EE6BEED-79E4-4B90-8AD2-8C3EA4C03609}" srcId="{43AFCD91-42CD-470F-BC88-E1B99BCB4649}" destId="{A635ECDC-C61E-454C-ABCF-212A1415945F}" srcOrd="4" destOrd="0" parTransId="{C72A4EBD-4939-4D10-8889-FD4EFF4E94C4}" sibTransId="{EB02689C-7165-4A02-BEBD-34E4546C5617}"/>
    <dgm:cxn modelId="{0D6B43F2-C771-45AE-8B35-7616DECA43D7}" srcId="{A635ECDC-C61E-454C-ABCF-212A1415945F}" destId="{A26D1A1C-0400-4229-AAB5-4D8601323335}" srcOrd="0" destOrd="0" parTransId="{CE68F719-1340-4D3C-8A33-BC914E8C5F4B}" sibTransId="{3E894E67-E9C5-41C2-9CB6-C5A1BB1B8440}"/>
    <dgm:cxn modelId="{CB6561F5-1E45-407F-B972-9AFAB52295C1}" srcId="{43AFCD91-42CD-470F-BC88-E1B99BCB4649}" destId="{99061174-1447-48AC-BAD4-47A038CF60C5}" srcOrd="1" destOrd="0" parTransId="{70738B2C-9C76-406F-8628-AEA61D7548B9}" sibTransId="{EBB443D2-32EF-4432-8587-05C912E40535}"/>
    <dgm:cxn modelId="{5FD9C1F5-B0EB-4BFE-AD2D-F425496A8504}" type="presOf" srcId="{0437F0EC-BE4F-41DB-8209-34955893F602}" destId="{D943C40E-FCF6-4B77-BAFE-B74568AB083F}" srcOrd="0" destOrd="0" presId="urn:microsoft.com/office/officeart/2005/8/layout/chevron2"/>
    <dgm:cxn modelId="{F7093BF7-7D89-44DB-A6A7-3CC07F614A3D}" srcId="{D31C50CC-CB24-4CE5-9887-A2D9C90C8EA7}" destId="{16CC2853-4A96-4834-B813-2456E6328DB5}" srcOrd="2" destOrd="0" parTransId="{2AF4DA5F-EDFD-4012-BAEB-2DFA36CD3B31}" sibTransId="{E5B03BBB-BDF1-492F-9042-283E622A5DC9}"/>
    <dgm:cxn modelId="{A9FCB3FE-BE80-4916-AA6F-67D7233819EF}" type="presParOf" srcId="{9A355AE5-D946-4C49-A983-9F6EF1FBA3FA}" destId="{E18E15A1-F12A-4AB0-BC9F-E11BB6705837}" srcOrd="0" destOrd="0" presId="urn:microsoft.com/office/officeart/2005/8/layout/chevron2"/>
    <dgm:cxn modelId="{9DE820DE-B57B-4D70-A669-658C168D0D29}" type="presParOf" srcId="{E18E15A1-F12A-4AB0-BC9F-E11BB6705837}" destId="{0D0B4089-1364-4F3E-A023-511E201F998F}" srcOrd="0" destOrd="0" presId="urn:microsoft.com/office/officeart/2005/8/layout/chevron2"/>
    <dgm:cxn modelId="{D467F720-089E-405E-9D6C-95545B610865}" type="presParOf" srcId="{E18E15A1-F12A-4AB0-BC9F-E11BB6705837}" destId="{4250A8B7-C91B-41B8-86C1-EDF7D3CF9D58}" srcOrd="1" destOrd="0" presId="urn:microsoft.com/office/officeart/2005/8/layout/chevron2"/>
    <dgm:cxn modelId="{720ACA2A-7980-450F-8A58-0B1BBFFD3A3E}" type="presParOf" srcId="{9A355AE5-D946-4C49-A983-9F6EF1FBA3FA}" destId="{BA95DB24-E0ED-4401-9AE5-C71B30737188}" srcOrd="1" destOrd="0" presId="urn:microsoft.com/office/officeart/2005/8/layout/chevron2"/>
    <dgm:cxn modelId="{07528E80-5EDB-4263-934D-225F098F8D4E}" type="presParOf" srcId="{9A355AE5-D946-4C49-A983-9F6EF1FBA3FA}" destId="{3B1CF546-FE76-473B-AAEE-3407F4407453}" srcOrd="2" destOrd="0" presId="urn:microsoft.com/office/officeart/2005/8/layout/chevron2"/>
    <dgm:cxn modelId="{582382EF-E922-4360-9CF2-949F5B437C24}" type="presParOf" srcId="{3B1CF546-FE76-473B-AAEE-3407F4407453}" destId="{04C35753-5CF6-485D-894E-2436C8B428B0}" srcOrd="0" destOrd="0" presId="urn:microsoft.com/office/officeart/2005/8/layout/chevron2"/>
    <dgm:cxn modelId="{CEA39BE2-B6B2-4B29-8D94-FAFC997CE982}" type="presParOf" srcId="{3B1CF546-FE76-473B-AAEE-3407F4407453}" destId="{8D425864-A673-4524-9843-F0EC706BA79F}" srcOrd="1" destOrd="0" presId="urn:microsoft.com/office/officeart/2005/8/layout/chevron2"/>
    <dgm:cxn modelId="{CCB4FAF8-6B4A-414C-9596-71735DB27395}" type="presParOf" srcId="{9A355AE5-D946-4C49-A983-9F6EF1FBA3FA}" destId="{7F796A62-8C95-450A-A2DD-45692DA69D03}" srcOrd="3" destOrd="0" presId="urn:microsoft.com/office/officeart/2005/8/layout/chevron2"/>
    <dgm:cxn modelId="{B4FB8B1C-4CE8-4CAD-87FD-FD44DD823F22}" type="presParOf" srcId="{9A355AE5-D946-4C49-A983-9F6EF1FBA3FA}" destId="{901C8A60-A3A4-4677-98B4-F73165BDA961}" srcOrd="4" destOrd="0" presId="urn:microsoft.com/office/officeart/2005/8/layout/chevron2"/>
    <dgm:cxn modelId="{1314C689-A2D6-40F1-B530-2353BE5DA989}" type="presParOf" srcId="{901C8A60-A3A4-4677-98B4-F73165BDA961}" destId="{E05E0622-43AF-4C98-96C4-C26B36A3FEEA}" srcOrd="0" destOrd="0" presId="urn:microsoft.com/office/officeart/2005/8/layout/chevron2"/>
    <dgm:cxn modelId="{53ABAE18-BE7C-4F3E-9646-568811E378E4}" type="presParOf" srcId="{901C8A60-A3A4-4677-98B4-F73165BDA961}" destId="{91BF850C-6F4E-482B-A80F-82A31858221E}" srcOrd="1" destOrd="0" presId="urn:microsoft.com/office/officeart/2005/8/layout/chevron2"/>
    <dgm:cxn modelId="{6A5C5266-D0AD-4DF4-9390-CDFE9FAF1CC2}" type="presParOf" srcId="{9A355AE5-D946-4C49-A983-9F6EF1FBA3FA}" destId="{A5C899D5-BCEA-4E40-9C53-A9010C09C915}" srcOrd="5" destOrd="0" presId="urn:microsoft.com/office/officeart/2005/8/layout/chevron2"/>
    <dgm:cxn modelId="{672D9E15-8053-41C5-85EB-F9A3BEDDA626}" type="presParOf" srcId="{9A355AE5-D946-4C49-A983-9F6EF1FBA3FA}" destId="{DEDAB00C-F1C3-46FC-A2C3-CE31F6C07EFE}" srcOrd="6" destOrd="0" presId="urn:microsoft.com/office/officeart/2005/8/layout/chevron2"/>
    <dgm:cxn modelId="{54520491-210A-4368-B444-FE9DC6B3CF6B}" type="presParOf" srcId="{DEDAB00C-F1C3-46FC-A2C3-CE31F6C07EFE}" destId="{D3A3AF51-F42E-4C3D-94AF-3B77A4D13723}" srcOrd="0" destOrd="0" presId="urn:microsoft.com/office/officeart/2005/8/layout/chevron2"/>
    <dgm:cxn modelId="{1657C9CC-9719-4539-830A-CE4CF05CAAE5}" type="presParOf" srcId="{DEDAB00C-F1C3-46FC-A2C3-CE31F6C07EFE}" destId="{D943C40E-FCF6-4B77-BAFE-B74568AB083F}" srcOrd="1" destOrd="0" presId="urn:microsoft.com/office/officeart/2005/8/layout/chevron2"/>
    <dgm:cxn modelId="{37ABCC58-0675-4F88-85AB-92CDA29EDB60}" type="presParOf" srcId="{9A355AE5-D946-4C49-A983-9F6EF1FBA3FA}" destId="{B036062B-1485-4CC1-A8B8-793ADE054151}" srcOrd="7" destOrd="0" presId="urn:microsoft.com/office/officeart/2005/8/layout/chevron2"/>
    <dgm:cxn modelId="{C5242C44-514D-42EC-A896-B6DE6EBB6642}" type="presParOf" srcId="{9A355AE5-D946-4C49-A983-9F6EF1FBA3FA}" destId="{21083A71-CCEC-469E-A472-6047373B10F8}" srcOrd="8" destOrd="0" presId="urn:microsoft.com/office/officeart/2005/8/layout/chevron2"/>
    <dgm:cxn modelId="{CE64182D-D4CD-4802-B880-A4947BBBC1A0}" type="presParOf" srcId="{21083A71-CCEC-469E-A472-6047373B10F8}" destId="{D10C8C54-2E04-40CB-9977-AE411160802E}" srcOrd="0" destOrd="0" presId="urn:microsoft.com/office/officeart/2005/8/layout/chevron2"/>
    <dgm:cxn modelId="{C9187EB8-5DF0-47B8-AF13-2D10A8464639}" type="presParOf" srcId="{21083A71-CCEC-469E-A472-6047373B10F8}" destId="{6ED5454E-FDA3-47EF-8A99-CFDDC6D6FAA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5302C5-F3F2-41D5-B138-391F14D0178A}" type="doc">
      <dgm:prSet loTypeId="urn:microsoft.com/office/officeart/2005/8/layout/hProcess6" loCatId="process" qsTypeId="urn:microsoft.com/office/officeart/2005/8/quickstyle/simple1" qsCatId="simple" csTypeId="urn:microsoft.com/office/officeart/2005/8/colors/colorful2" csCatId="colorful" phldr="1"/>
      <dgm:spPr/>
      <dgm:t>
        <a:bodyPr/>
        <a:lstStyle/>
        <a:p>
          <a:endParaRPr lang="es-ES"/>
        </a:p>
      </dgm:t>
    </dgm:pt>
    <dgm:pt modelId="{8B32FD02-13D8-49AE-9ACB-BA1338DE3CD0}">
      <dgm:prSet phldrT="[Texto]"/>
      <dgm:spPr/>
      <dgm:t>
        <a:bodyPr/>
        <a:lstStyle/>
        <a:p>
          <a:r>
            <a:rPr lang="ca-ES" b="1" dirty="0"/>
            <a:t>10/2023</a:t>
          </a:r>
          <a:endParaRPr lang="es-ES" b="1" dirty="0"/>
        </a:p>
      </dgm:t>
    </dgm:pt>
    <dgm:pt modelId="{804234FD-E77D-4532-97E2-7C2F59AB7D30}" type="parTrans" cxnId="{34538463-27A9-41BD-A621-54176BA977AE}">
      <dgm:prSet/>
      <dgm:spPr/>
      <dgm:t>
        <a:bodyPr/>
        <a:lstStyle/>
        <a:p>
          <a:endParaRPr lang="es-ES"/>
        </a:p>
      </dgm:t>
    </dgm:pt>
    <dgm:pt modelId="{1CAB9474-87AB-4B7C-96BD-8A6E2EF4DFAA}" type="sibTrans" cxnId="{34538463-27A9-41BD-A621-54176BA977AE}">
      <dgm:prSet/>
      <dgm:spPr/>
      <dgm:t>
        <a:bodyPr/>
        <a:lstStyle/>
        <a:p>
          <a:endParaRPr lang="es-ES"/>
        </a:p>
      </dgm:t>
    </dgm:pt>
    <dgm:pt modelId="{DD96250D-65A5-4771-8E7E-D92054286012}">
      <dgm:prSet phldrT="[Texto]" custT="1"/>
      <dgm:spPr/>
      <dgm:t>
        <a:bodyPr/>
        <a:lstStyle/>
        <a:p>
          <a:r>
            <a:rPr lang="ca-ES" sz="1400" b="1" dirty="0"/>
            <a:t>Utilitat càrrega inicial de dades</a:t>
          </a:r>
          <a:endParaRPr lang="es-ES" sz="1400" b="1" dirty="0"/>
        </a:p>
      </dgm:t>
    </dgm:pt>
    <dgm:pt modelId="{0B27C076-3011-4A5D-8228-D679506ECA52}" type="parTrans" cxnId="{D5250A76-5049-49F7-B5F6-43EE126893B2}">
      <dgm:prSet/>
      <dgm:spPr/>
      <dgm:t>
        <a:bodyPr/>
        <a:lstStyle/>
        <a:p>
          <a:endParaRPr lang="es-ES"/>
        </a:p>
      </dgm:t>
    </dgm:pt>
    <dgm:pt modelId="{65931E63-82DB-4DBF-A63F-5A700E74A0FD}" type="sibTrans" cxnId="{D5250A76-5049-49F7-B5F6-43EE126893B2}">
      <dgm:prSet/>
      <dgm:spPr/>
      <dgm:t>
        <a:bodyPr/>
        <a:lstStyle/>
        <a:p>
          <a:endParaRPr lang="es-ES"/>
        </a:p>
      </dgm:t>
    </dgm:pt>
    <dgm:pt modelId="{BCF3777E-55AF-461F-82F7-E46C1D44E501}">
      <dgm:prSet phldrT="[Texto]"/>
      <dgm:spPr/>
      <dgm:t>
        <a:bodyPr/>
        <a:lstStyle/>
        <a:p>
          <a:r>
            <a:rPr lang="ca-ES" b="1" dirty="0"/>
            <a:t>10/2023</a:t>
          </a:r>
          <a:endParaRPr lang="es-ES" b="1" dirty="0"/>
        </a:p>
      </dgm:t>
    </dgm:pt>
    <dgm:pt modelId="{19BFBF5C-EAF0-41F7-8EBA-6025CC691D8D}" type="parTrans" cxnId="{0FD80768-7A1B-4450-8539-29340FDB0EB8}">
      <dgm:prSet/>
      <dgm:spPr/>
      <dgm:t>
        <a:bodyPr/>
        <a:lstStyle/>
        <a:p>
          <a:endParaRPr lang="es-ES"/>
        </a:p>
      </dgm:t>
    </dgm:pt>
    <dgm:pt modelId="{62CA0192-0FD3-47E7-9E66-0FDE9F00BE51}" type="sibTrans" cxnId="{0FD80768-7A1B-4450-8539-29340FDB0EB8}">
      <dgm:prSet/>
      <dgm:spPr/>
      <dgm:t>
        <a:bodyPr/>
        <a:lstStyle/>
        <a:p>
          <a:endParaRPr lang="es-ES"/>
        </a:p>
      </dgm:t>
    </dgm:pt>
    <dgm:pt modelId="{93FEAC6D-C831-49EA-B5EF-5AF75FBD9F8C}">
      <dgm:prSet phldrT="[Texto]" custT="1"/>
      <dgm:spPr/>
      <dgm:t>
        <a:bodyPr/>
        <a:lstStyle/>
        <a:p>
          <a:r>
            <a:rPr lang="ca-ES" sz="1400" b="1" dirty="0"/>
            <a:t>Formats i informes</a:t>
          </a:r>
          <a:endParaRPr lang="es-ES" sz="1400" b="1" dirty="0"/>
        </a:p>
      </dgm:t>
    </dgm:pt>
    <dgm:pt modelId="{7EBFE1C6-C34C-4B80-B3D6-D6D881C8858A}" type="parTrans" cxnId="{E9970A71-F757-45DA-A6BC-754C283708D5}">
      <dgm:prSet/>
      <dgm:spPr/>
      <dgm:t>
        <a:bodyPr/>
        <a:lstStyle/>
        <a:p>
          <a:endParaRPr lang="es-ES"/>
        </a:p>
      </dgm:t>
    </dgm:pt>
    <dgm:pt modelId="{19804BE1-3645-4871-AB68-6DAE729A7A1C}" type="sibTrans" cxnId="{E9970A71-F757-45DA-A6BC-754C283708D5}">
      <dgm:prSet/>
      <dgm:spPr/>
      <dgm:t>
        <a:bodyPr/>
        <a:lstStyle/>
        <a:p>
          <a:endParaRPr lang="es-ES"/>
        </a:p>
      </dgm:t>
    </dgm:pt>
    <dgm:pt modelId="{C761ACC0-C768-4980-A430-9F2E56265ACF}">
      <dgm:prSet phldrT="[Texto]"/>
      <dgm:spPr/>
      <dgm:t>
        <a:bodyPr/>
        <a:lstStyle/>
        <a:p>
          <a:r>
            <a:rPr lang="ca-ES" b="1" dirty="0"/>
            <a:t>11/2024</a:t>
          </a:r>
          <a:endParaRPr lang="es-ES" b="1" dirty="0"/>
        </a:p>
      </dgm:t>
    </dgm:pt>
    <dgm:pt modelId="{F91EAA69-EF75-4D48-A7BA-D94DA868D3E9}" type="parTrans" cxnId="{CBDDBD40-1369-44FB-B449-6245962C65B4}">
      <dgm:prSet/>
      <dgm:spPr/>
      <dgm:t>
        <a:bodyPr/>
        <a:lstStyle/>
        <a:p>
          <a:endParaRPr lang="es-ES"/>
        </a:p>
      </dgm:t>
    </dgm:pt>
    <dgm:pt modelId="{5C7D3D96-22EB-455C-9D39-942DDE926C6A}" type="sibTrans" cxnId="{CBDDBD40-1369-44FB-B449-6245962C65B4}">
      <dgm:prSet/>
      <dgm:spPr/>
      <dgm:t>
        <a:bodyPr/>
        <a:lstStyle/>
        <a:p>
          <a:endParaRPr lang="es-ES"/>
        </a:p>
      </dgm:t>
    </dgm:pt>
    <dgm:pt modelId="{8705F5B9-0B21-4475-A1B1-568A867BB55A}">
      <dgm:prSet phldrT="[Texto]" custT="1"/>
      <dgm:spPr/>
      <dgm:t>
        <a:bodyPr/>
        <a:lstStyle/>
        <a:p>
          <a:r>
            <a:rPr lang="ca-ES" sz="1400" b="1" dirty="0"/>
            <a:t>Específics Sectorials</a:t>
          </a:r>
          <a:endParaRPr lang="es-ES" sz="1400" b="1" dirty="0"/>
        </a:p>
      </dgm:t>
    </dgm:pt>
    <dgm:pt modelId="{7F50C536-CBBA-4A75-918B-F1ACEE94DC49}" type="parTrans" cxnId="{950A14B5-266D-4060-9E1A-21F4AFFD3BC3}">
      <dgm:prSet/>
      <dgm:spPr/>
      <dgm:t>
        <a:bodyPr/>
        <a:lstStyle/>
        <a:p>
          <a:endParaRPr lang="es-ES"/>
        </a:p>
      </dgm:t>
    </dgm:pt>
    <dgm:pt modelId="{8507305D-112C-4AD6-A5FA-4C818CC74503}" type="sibTrans" cxnId="{950A14B5-266D-4060-9E1A-21F4AFFD3BC3}">
      <dgm:prSet/>
      <dgm:spPr/>
      <dgm:t>
        <a:bodyPr/>
        <a:lstStyle/>
        <a:p>
          <a:endParaRPr lang="es-ES"/>
        </a:p>
      </dgm:t>
    </dgm:pt>
    <dgm:pt modelId="{33A5A671-BDAE-4608-BFD5-45D00893A7C4}">
      <dgm:prSet phldrT="[Texto]"/>
      <dgm:spPr/>
      <dgm:t>
        <a:bodyPr/>
        <a:lstStyle/>
        <a:p>
          <a:r>
            <a:rPr lang="ca-ES" b="1" dirty="0"/>
            <a:t>01/2024</a:t>
          </a:r>
          <a:endParaRPr lang="es-ES" b="1" dirty="0"/>
        </a:p>
      </dgm:t>
    </dgm:pt>
    <dgm:pt modelId="{87B19450-6180-40FA-8691-9A75CACE9B1E}" type="parTrans" cxnId="{A5330D6A-1BE3-4127-8481-F196447B9791}">
      <dgm:prSet/>
      <dgm:spPr/>
      <dgm:t>
        <a:bodyPr/>
        <a:lstStyle/>
        <a:p>
          <a:endParaRPr lang="es-ES"/>
        </a:p>
      </dgm:t>
    </dgm:pt>
    <dgm:pt modelId="{CBEB28FF-5390-4ACB-B8BF-053C4A8F6B34}" type="sibTrans" cxnId="{A5330D6A-1BE3-4127-8481-F196447B9791}">
      <dgm:prSet/>
      <dgm:spPr/>
      <dgm:t>
        <a:bodyPr/>
        <a:lstStyle/>
        <a:p>
          <a:endParaRPr lang="es-ES"/>
        </a:p>
      </dgm:t>
    </dgm:pt>
    <dgm:pt modelId="{9F9DEDA3-E6A9-4C41-AF4F-9634CAF7677A}">
      <dgm:prSet phldrT="[Texto]" custT="1"/>
      <dgm:spPr/>
      <dgm:t>
        <a:bodyPr/>
        <a:lstStyle/>
        <a:p>
          <a:r>
            <a:rPr lang="ca-ES" sz="1400" b="1" dirty="0"/>
            <a:t>TPV</a:t>
          </a:r>
          <a:endParaRPr lang="es-ES" sz="1400" b="1" dirty="0"/>
        </a:p>
      </dgm:t>
    </dgm:pt>
    <dgm:pt modelId="{17D73817-7DF8-47BE-9765-41D54C009B29}" type="parTrans" cxnId="{9BE97B8C-408C-42EC-92E1-64EDF1CD54CC}">
      <dgm:prSet/>
      <dgm:spPr/>
      <dgm:t>
        <a:bodyPr/>
        <a:lstStyle/>
        <a:p>
          <a:endParaRPr lang="es-ES"/>
        </a:p>
      </dgm:t>
    </dgm:pt>
    <dgm:pt modelId="{0C4F1DE5-C666-415D-821C-729C7D1FEA31}" type="sibTrans" cxnId="{9BE97B8C-408C-42EC-92E1-64EDF1CD54CC}">
      <dgm:prSet/>
      <dgm:spPr/>
      <dgm:t>
        <a:bodyPr/>
        <a:lstStyle/>
        <a:p>
          <a:endParaRPr lang="es-ES"/>
        </a:p>
      </dgm:t>
    </dgm:pt>
    <dgm:pt modelId="{B96BE930-DA44-47B7-8262-0CAB4EB337A0}">
      <dgm:prSet phldrT="[Texto]"/>
      <dgm:spPr/>
      <dgm:t>
        <a:bodyPr/>
        <a:lstStyle/>
        <a:p>
          <a:r>
            <a:rPr lang="ca-ES" b="1" dirty="0"/>
            <a:t>04/2024</a:t>
          </a:r>
          <a:endParaRPr lang="es-ES" b="1" dirty="0"/>
        </a:p>
      </dgm:t>
    </dgm:pt>
    <dgm:pt modelId="{9BA01E2D-CC97-4405-9B5C-6BD0F2F2BBA5}" type="parTrans" cxnId="{BE0BDB75-2C4E-4E68-8E68-2466E7C70F61}">
      <dgm:prSet/>
      <dgm:spPr/>
      <dgm:t>
        <a:bodyPr/>
        <a:lstStyle/>
        <a:p>
          <a:endParaRPr lang="es-ES"/>
        </a:p>
      </dgm:t>
    </dgm:pt>
    <dgm:pt modelId="{5F12524F-8ABA-4FCC-9626-F075E14404A0}" type="sibTrans" cxnId="{BE0BDB75-2C4E-4E68-8E68-2466E7C70F61}">
      <dgm:prSet/>
      <dgm:spPr/>
      <dgm:t>
        <a:bodyPr/>
        <a:lstStyle/>
        <a:p>
          <a:endParaRPr lang="es-ES"/>
        </a:p>
      </dgm:t>
    </dgm:pt>
    <dgm:pt modelId="{55E608C7-A54C-4FEB-A023-AB7466147913}">
      <dgm:prSet phldrT="[Texto]" custT="1"/>
      <dgm:spPr/>
      <dgm:t>
        <a:bodyPr/>
        <a:lstStyle/>
        <a:p>
          <a:r>
            <a:rPr lang="ca-ES" sz="1400" b="1" dirty="0"/>
            <a:t>Utilitat migració històrics</a:t>
          </a:r>
          <a:endParaRPr lang="es-ES" sz="1400" b="1" dirty="0"/>
        </a:p>
      </dgm:t>
    </dgm:pt>
    <dgm:pt modelId="{B6F994F3-57C0-44B3-BA5D-4884F92C5A1C}" type="parTrans" cxnId="{EED560DD-BF3F-446D-AA6D-6C8150E92BC0}">
      <dgm:prSet/>
      <dgm:spPr/>
      <dgm:t>
        <a:bodyPr/>
        <a:lstStyle/>
        <a:p>
          <a:endParaRPr lang="es-ES"/>
        </a:p>
      </dgm:t>
    </dgm:pt>
    <dgm:pt modelId="{82BCF5A4-F552-48A8-9456-005DD428233C}" type="sibTrans" cxnId="{EED560DD-BF3F-446D-AA6D-6C8150E92BC0}">
      <dgm:prSet/>
      <dgm:spPr/>
      <dgm:t>
        <a:bodyPr/>
        <a:lstStyle/>
        <a:p>
          <a:endParaRPr lang="es-ES"/>
        </a:p>
      </dgm:t>
    </dgm:pt>
    <dgm:pt modelId="{D4ECBE1A-5D4B-4806-8074-7C9EA395F064}" type="pres">
      <dgm:prSet presAssocID="{AB5302C5-F3F2-41D5-B138-391F14D0178A}" presName="theList" presStyleCnt="0">
        <dgm:presLayoutVars>
          <dgm:dir/>
          <dgm:animLvl val="lvl"/>
          <dgm:resizeHandles val="exact"/>
        </dgm:presLayoutVars>
      </dgm:prSet>
      <dgm:spPr/>
    </dgm:pt>
    <dgm:pt modelId="{C7A5BCF7-848C-4423-A5DD-32C8597AFD14}" type="pres">
      <dgm:prSet presAssocID="{8B32FD02-13D8-49AE-9ACB-BA1338DE3CD0}" presName="compNode" presStyleCnt="0"/>
      <dgm:spPr/>
    </dgm:pt>
    <dgm:pt modelId="{94864FBE-293D-496C-8E67-3006D127E7E2}" type="pres">
      <dgm:prSet presAssocID="{8B32FD02-13D8-49AE-9ACB-BA1338DE3CD0}" presName="noGeometry" presStyleCnt="0"/>
      <dgm:spPr/>
    </dgm:pt>
    <dgm:pt modelId="{4EBDBD6A-AA2E-4A3B-A21D-E8CB3DA5DF4E}" type="pres">
      <dgm:prSet presAssocID="{8B32FD02-13D8-49AE-9ACB-BA1338DE3CD0}" presName="childTextVisible" presStyleLbl="bgAccFollowNode1" presStyleIdx="0" presStyleCnt="5">
        <dgm:presLayoutVars>
          <dgm:bulletEnabled val="1"/>
        </dgm:presLayoutVars>
      </dgm:prSet>
      <dgm:spPr/>
    </dgm:pt>
    <dgm:pt modelId="{C983815A-DA8C-4F03-89A5-D8E04349A791}" type="pres">
      <dgm:prSet presAssocID="{8B32FD02-13D8-49AE-9ACB-BA1338DE3CD0}" presName="childTextHidden" presStyleLbl="bgAccFollowNode1" presStyleIdx="0" presStyleCnt="5"/>
      <dgm:spPr/>
    </dgm:pt>
    <dgm:pt modelId="{7540B891-372A-4237-B901-D1F094807D1D}" type="pres">
      <dgm:prSet presAssocID="{8B32FD02-13D8-49AE-9ACB-BA1338DE3CD0}" presName="parentText" presStyleLbl="node1" presStyleIdx="0" presStyleCnt="5">
        <dgm:presLayoutVars>
          <dgm:chMax val="1"/>
          <dgm:bulletEnabled val="1"/>
        </dgm:presLayoutVars>
      </dgm:prSet>
      <dgm:spPr/>
    </dgm:pt>
    <dgm:pt modelId="{E9A169D0-F8C6-4DB6-AD73-41EEB21987FC}" type="pres">
      <dgm:prSet presAssocID="{8B32FD02-13D8-49AE-9ACB-BA1338DE3CD0}" presName="aSpace" presStyleCnt="0"/>
      <dgm:spPr/>
    </dgm:pt>
    <dgm:pt modelId="{632B0987-4D12-4C66-89C7-29BD511D26DF}" type="pres">
      <dgm:prSet presAssocID="{BCF3777E-55AF-461F-82F7-E46C1D44E501}" presName="compNode" presStyleCnt="0"/>
      <dgm:spPr/>
    </dgm:pt>
    <dgm:pt modelId="{EED88F47-BC5E-4A15-8204-3D41B89B5620}" type="pres">
      <dgm:prSet presAssocID="{BCF3777E-55AF-461F-82F7-E46C1D44E501}" presName="noGeometry" presStyleCnt="0"/>
      <dgm:spPr/>
    </dgm:pt>
    <dgm:pt modelId="{1E19A1B8-FF5E-4237-AB7F-11D801A0F362}" type="pres">
      <dgm:prSet presAssocID="{BCF3777E-55AF-461F-82F7-E46C1D44E501}" presName="childTextVisible" presStyleLbl="bgAccFollowNode1" presStyleIdx="1" presStyleCnt="5">
        <dgm:presLayoutVars>
          <dgm:bulletEnabled val="1"/>
        </dgm:presLayoutVars>
      </dgm:prSet>
      <dgm:spPr/>
    </dgm:pt>
    <dgm:pt modelId="{5BB3B129-9CF4-414E-9D14-0CC7D7F57D4B}" type="pres">
      <dgm:prSet presAssocID="{BCF3777E-55AF-461F-82F7-E46C1D44E501}" presName="childTextHidden" presStyleLbl="bgAccFollowNode1" presStyleIdx="1" presStyleCnt="5"/>
      <dgm:spPr/>
    </dgm:pt>
    <dgm:pt modelId="{98D9DAD5-BDDA-4D13-8664-E7E96DD28933}" type="pres">
      <dgm:prSet presAssocID="{BCF3777E-55AF-461F-82F7-E46C1D44E501}" presName="parentText" presStyleLbl="node1" presStyleIdx="1" presStyleCnt="5">
        <dgm:presLayoutVars>
          <dgm:chMax val="1"/>
          <dgm:bulletEnabled val="1"/>
        </dgm:presLayoutVars>
      </dgm:prSet>
      <dgm:spPr/>
    </dgm:pt>
    <dgm:pt modelId="{14E5B8FE-588F-43A1-921F-4254A4CDCCFE}" type="pres">
      <dgm:prSet presAssocID="{BCF3777E-55AF-461F-82F7-E46C1D44E501}" presName="aSpace" presStyleCnt="0"/>
      <dgm:spPr/>
    </dgm:pt>
    <dgm:pt modelId="{4A259DE9-1C37-47A2-8A5D-5BF9FA719FFB}" type="pres">
      <dgm:prSet presAssocID="{C761ACC0-C768-4980-A430-9F2E56265ACF}" presName="compNode" presStyleCnt="0"/>
      <dgm:spPr/>
    </dgm:pt>
    <dgm:pt modelId="{E7E9A7C5-2D26-4EE6-BB81-1E0A598A3AEC}" type="pres">
      <dgm:prSet presAssocID="{C761ACC0-C768-4980-A430-9F2E56265ACF}" presName="noGeometry" presStyleCnt="0"/>
      <dgm:spPr/>
    </dgm:pt>
    <dgm:pt modelId="{8DAAFB58-07A3-4F69-95A3-C2D304145909}" type="pres">
      <dgm:prSet presAssocID="{C761ACC0-C768-4980-A430-9F2E56265ACF}" presName="childTextVisible" presStyleLbl="bgAccFollowNode1" presStyleIdx="2" presStyleCnt="5">
        <dgm:presLayoutVars>
          <dgm:bulletEnabled val="1"/>
        </dgm:presLayoutVars>
      </dgm:prSet>
      <dgm:spPr/>
    </dgm:pt>
    <dgm:pt modelId="{CF480A0F-823E-4687-903A-BBD8FF64CC36}" type="pres">
      <dgm:prSet presAssocID="{C761ACC0-C768-4980-A430-9F2E56265ACF}" presName="childTextHidden" presStyleLbl="bgAccFollowNode1" presStyleIdx="2" presStyleCnt="5"/>
      <dgm:spPr/>
    </dgm:pt>
    <dgm:pt modelId="{8B177278-4E2C-443A-AAC6-C093D7D6CF7D}" type="pres">
      <dgm:prSet presAssocID="{C761ACC0-C768-4980-A430-9F2E56265ACF}" presName="parentText" presStyleLbl="node1" presStyleIdx="2" presStyleCnt="5">
        <dgm:presLayoutVars>
          <dgm:chMax val="1"/>
          <dgm:bulletEnabled val="1"/>
        </dgm:presLayoutVars>
      </dgm:prSet>
      <dgm:spPr/>
    </dgm:pt>
    <dgm:pt modelId="{6750BE77-E3EF-4E82-B96C-ABB95AC6F490}" type="pres">
      <dgm:prSet presAssocID="{C761ACC0-C768-4980-A430-9F2E56265ACF}" presName="aSpace" presStyleCnt="0"/>
      <dgm:spPr/>
    </dgm:pt>
    <dgm:pt modelId="{362055CE-061D-46FB-B24E-11DC9389E7E2}" type="pres">
      <dgm:prSet presAssocID="{33A5A671-BDAE-4608-BFD5-45D00893A7C4}" presName="compNode" presStyleCnt="0"/>
      <dgm:spPr/>
    </dgm:pt>
    <dgm:pt modelId="{A8E4280A-AADE-4BC7-B675-11612330D693}" type="pres">
      <dgm:prSet presAssocID="{33A5A671-BDAE-4608-BFD5-45D00893A7C4}" presName="noGeometry" presStyleCnt="0"/>
      <dgm:spPr/>
    </dgm:pt>
    <dgm:pt modelId="{AA337D63-1B6E-4995-AAA1-F1FEC023CC9A}" type="pres">
      <dgm:prSet presAssocID="{33A5A671-BDAE-4608-BFD5-45D00893A7C4}" presName="childTextVisible" presStyleLbl="bgAccFollowNode1" presStyleIdx="3" presStyleCnt="5">
        <dgm:presLayoutVars>
          <dgm:bulletEnabled val="1"/>
        </dgm:presLayoutVars>
      </dgm:prSet>
      <dgm:spPr/>
    </dgm:pt>
    <dgm:pt modelId="{30E1AC72-1751-4345-8DD9-A2CFF46CDF76}" type="pres">
      <dgm:prSet presAssocID="{33A5A671-BDAE-4608-BFD5-45D00893A7C4}" presName="childTextHidden" presStyleLbl="bgAccFollowNode1" presStyleIdx="3" presStyleCnt="5"/>
      <dgm:spPr/>
    </dgm:pt>
    <dgm:pt modelId="{B8EEC60A-AB3C-4454-A493-3BA3B699EA92}" type="pres">
      <dgm:prSet presAssocID="{33A5A671-BDAE-4608-BFD5-45D00893A7C4}" presName="parentText" presStyleLbl="node1" presStyleIdx="3" presStyleCnt="5">
        <dgm:presLayoutVars>
          <dgm:chMax val="1"/>
          <dgm:bulletEnabled val="1"/>
        </dgm:presLayoutVars>
      </dgm:prSet>
      <dgm:spPr/>
    </dgm:pt>
    <dgm:pt modelId="{7926385D-B8F1-4EA9-B63A-EF3047C23A2A}" type="pres">
      <dgm:prSet presAssocID="{33A5A671-BDAE-4608-BFD5-45D00893A7C4}" presName="aSpace" presStyleCnt="0"/>
      <dgm:spPr/>
    </dgm:pt>
    <dgm:pt modelId="{CCB4E584-DE24-45BB-ADCA-C740DBBAA33B}" type="pres">
      <dgm:prSet presAssocID="{B96BE930-DA44-47B7-8262-0CAB4EB337A0}" presName="compNode" presStyleCnt="0"/>
      <dgm:spPr/>
    </dgm:pt>
    <dgm:pt modelId="{A2B76920-2B64-4332-9D17-AB6E913C1C7B}" type="pres">
      <dgm:prSet presAssocID="{B96BE930-DA44-47B7-8262-0CAB4EB337A0}" presName="noGeometry" presStyleCnt="0"/>
      <dgm:spPr/>
    </dgm:pt>
    <dgm:pt modelId="{5C6D2ED2-4DD0-4840-8A08-F250B67E8247}" type="pres">
      <dgm:prSet presAssocID="{B96BE930-DA44-47B7-8262-0CAB4EB337A0}" presName="childTextVisible" presStyleLbl="bgAccFollowNode1" presStyleIdx="4" presStyleCnt="5">
        <dgm:presLayoutVars>
          <dgm:bulletEnabled val="1"/>
        </dgm:presLayoutVars>
      </dgm:prSet>
      <dgm:spPr/>
    </dgm:pt>
    <dgm:pt modelId="{4E5E0338-7916-48A7-A953-645D2925042A}" type="pres">
      <dgm:prSet presAssocID="{B96BE930-DA44-47B7-8262-0CAB4EB337A0}" presName="childTextHidden" presStyleLbl="bgAccFollowNode1" presStyleIdx="4" presStyleCnt="5"/>
      <dgm:spPr/>
    </dgm:pt>
    <dgm:pt modelId="{F16A90B2-407B-4542-B879-FF3AA1225758}" type="pres">
      <dgm:prSet presAssocID="{B96BE930-DA44-47B7-8262-0CAB4EB337A0}" presName="parentText" presStyleLbl="node1" presStyleIdx="4" presStyleCnt="5">
        <dgm:presLayoutVars>
          <dgm:chMax val="1"/>
          <dgm:bulletEnabled val="1"/>
        </dgm:presLayoutVars>
      </dgm:prSet>
      <dgm:spPr/>
    </dgm:pt>
  </dgm:ptLst>
  <dgm:cxnLst>
    <dgm:cxn modelId="{4FFF9813-C96B-4CA5-9B75-08960D79AE7F}" type="presOf" srcId="{55E608C7-A54C-4FEB-A023-AB7466147913}" destId="{4E5E0338-7916-48A7-A953-645D2925042A}" srcOrd="1" destOrd="0" presId="urn:microsoft.com/office/officeart/2005/8/layout/hProcess6"/>
    <dgm:cxn modelId="{7051E016-B0A4-4B58-BA3D-1BEA864D2534}" type="presOf" srcId="{DD96250D-65A5-4771-8E7E-D92054286012}" destId="{C983815A-DA8C-4F03-89A5-D8E04349A791}" srcOrd="1" destOrd="0" presId="urn:microsoft.com/office/officeart/2005/8/layout/hProcess6"/>
    <dgm:cxn modelId="{89B96721-6608-411D-A12B-52FA1EB23A02}" type="presOf" srcId="{9F9DEDA3-E6A9-4C41-AF4F-9634CAF7677A}" destId="{AA337D63-1B6E-4995-AAA1-F1FEC023CC9A}" srcOrd="0" destOrd="0" presId="urn:microsoft.com/office/officeart/2005/8/layout/hProcess6"/>
    <dgm:cxn modelId="{D6591327-239D-4B20-9ACE-4A7C16966E5F}" type="presOf" srcId="{AB5302C5-F3F2-41D5-B138-391F14D0178A}" destId="{D4ECBE1A-5D4B-4806-8074-7C9EA395F064}" srcOrd="0" destOrd="0" presId="urn:microsoft.com/office/officeart/2005/8/layout/hProcess6"/>
    <dgm:cxn modelId="{2693032F-2854-4643-9675-D36009C202AF}" type="presOf" srcId="{C761ACC0-C768-4980-A430-9F2E56265ACF}" destId="{8B177278-4E2C-443A-AAC6-C093D7D6CF7D}" srcOrd="0" destOrd="0" presId="urn:microsoft.com/office/officeart/2005/8/layout/hProcess6"/>
    <dgm:cxn modelId="{EA6BF23F-1227-49EC-A9C6-B63F57E58C11}" type="presOf" srcId="{B96BE930-DA44-47B7-8262-0CAB4EB337A0}" destId="{F16A90B2-407B-4542-B879-FF3AA1225758}" srcOrd="0" destOrd="0" presId="urn:microsoft.com/office/officeart/2005/8/layout/hProcess6"/>
    <dgm:cxn modelId="{CBDDBD40-1369-44FB-B449-6245962C65B4}" srcId="{AB5302C5-F3F2-41D5-B138-391F14D0178A}" destId="{C761ACC0-C768-4980-A430-9F2E56265ACF}" srcOrd="2" destOrd="0" parTransId="{F91EAA69-EF75-4D48-A7BA-D94DA868D3E9}" sibTransId="{5C7D3D96-22EB-455C-9D39-942DDE926C6A}"/>
    <dgm:cxn modelId="{34538463-27A9-41BD-A621-54176BA977AE}" srcId="{AB5302C5-F3F2-41D5-B138-391F14D0178A}" destId="{8B32FD02-13D8-49AE-9ACB-BA1338DE3CD0}" srcOrd="0" destOrd="0" parTransId="{804234FD-E77D-4532-97E2-7C2F59AB7D30}" sibTransId="{1CAB9474-87AB-4B7C-96BD-8A6E2EF4DFAA}"/>
    <dgm:cxn modelId="{DF36A745-6DED-443A-A167-E0E446CC4DA3}" type="presOf" srcId="{93FEAC6D-C831-49EA-B5EF-5AF75FBD9F8C}" destId="{1E19A1B8-FF5E-4237-AB7F-11D801A0F362}" srcOrd="0" destOrd="0" presId="urn:microsoft.com/office/officeart/2005/8/layout/hProcess6"/>
    <dgm:cxn modelId="{0FD80768-7A1B-4450-8539-29340FDB0EB8}" srcId="{AB5302C5-F3F2-41D5-B138-391F14D0178A}" destId="{BCF3777E-55AF-461F-82F7-E46C1D44E501}" srcOrd="1" destOrd="0" parTransId="{19BFBF5C-EAF0-41F7-8EBA-6025CC691D8D}" sibTransId="{62CA0192-0FD3-47E7-9E66-0FDE9F00BE51}"/>
    <dgm:cxn modelId="{A5330D6A-1BE3-4127-8481-F196447B9791}" srcId="{AB5302C5-F3F2-41D5-B138-391F14D0178A}" destId="{33A5A671-BDAE-4608-BFD5-45D00893A7C4}" srcOrd="3" destOrd="0" parTransId="{87B19450-6180-40FA-8691-9A75CACE9B1E}" sibTransId="{CBEB28FF-5390-4ACB-B8BF-053C4A8F6B34}"/>
    <dgm:cxn modelId="{8145C16A-4262-42B4-BE5B-40315AAA99A5}" type="presOf" srcId="{8705F5B9-0B21-4475-A1B1-568A867BB55A}" destId="{CF480A0F-823E-4687-903A-BBD8FF64CC36}" srcOrd="1" destOrd="0" presId="urn:microsoft.com/office/officeart/2005/8/layout/hProcess6"/>
    <dgm:cxn modelId="{85D19F6C-0598-483B-85F7-96504EDCAC71}" type="presOf" srcId="{93FEAC6D-C831-49EA-B5EF-5AF75FBD9F8C}" destId="{5BB3B129-9CF4-414E-9D14-0CC7D7F57D4B}" srcOrd="1" destOrd="0" presId="urn:microsoft.com/office/officeart/2005/8/layout/hProcess6"/>
    <dgm:cxn modelId="{E9970A71-F757-45DA-A6BC-754C283708D5}" srcId="{BCF3777E-55AF-461F-82F7-E46C1D44E501}" destId="{93FEAC6D-C831-49EA-B5EF-5AF75FBD9F8C}" srcOrd="0" destOrd="0" parTransId="{7EBFE1C6-C34C-4B80-B3D6-D6D881C8858A}" sibTransId="{19804BE1-3645-4871-AB68-6DAE729A7A1C}"/>
    <dgm:cxn modelId="{FCE6C474-9AFA-4833-A62F-AAEF5AF43A0F}" type="presOf" srcId="{33A5A671-BDAE-4608-BFD5-45D00893A7C4}" destId="{B8EEC60A-AB3C-4454-A493-3BA3B699EA92}" srcOrd="0" destOrd="0" presId="urn:microsoft.com/office/officeart/2005/8/layout/hProcess6"/>
    <dgm:cxn modelId="{BE0BDB75-2C4E-4E68-8E68-2466E7C70F61}" srcId="{AB5302C5-F3F2-41D5-B138-391F14D0178A}" destId="{B96BE930-DA44-47B7-8262-0CAB4EB337A0}" srcOrd="4" destOrd="0" parTransId="{9BA01E2D-CC97-4405-9B5C-6BD0F2F2BBA5}" sibTransId="{5F12524F-8ABA-4FCC-9626-F075E14404A0}"/>
    <dgm:cxn modelId="{D5250A76-5049-49F7-B5F6-43EE126893B2}" srcId="{8B32FD02-13D8-49AE-9ACB-BA1338DE3CD0}" destId="{DD96250D-65A5-4771-8E7E-D92054286012}" srcOrd="0" destOrd="0" parTransId="{0B27C076-3011-4A5D-8228-D679506ECA52}" sibTransId="{65931E63-82DB-4DBF-A63F-5A700E74A0FD}"/>
    <dgm:cxn modelId="{89136A81-B92E-4214-A199-E2CFEFB90DC9}" type="presOf" srcId="{BCF3777E-55AF-461F-82F7-E46C1D44E501}" destId="{98D9DAD5-BDDA-4D13-8664-E7E96DD28933}" srcOrd="0" destOrd="0" presId="urn:microsoft.com/office/officeart/2005/8/layout/hProcess6"/>
    <dgm:cxn modelId="{9BE97B8C-408C-42EC-92E1-64EDF1CD54CC}" srcId="{33A5A671-BDAE-4608-BFD5-45D00893A7C4}" destId="{9F9DEDA3-E6A9-4C41-AF4F-9634CAF7677A}" srcOrd="0" destOrd="0" parTransId="{17D73817-7DF8-47BE-9765-41D54C009B29}" sibTransId="{0C4F1DE5-C666-415D-821C-729C7D1FEA31}"/>
    <dgm:cxn modelId="{287F3891-B44F-4E3B-8397-2C218D7978D9}" type="presOf" srcId="{DD96250D-65A5-4771-8E7E-D92054286012}" destId="{4EBDBD6A-AA2E-4A3B-A21D-E8CB3DA5DF4E}" srcOrd="0" destOrd="0" presId="urn:microsoft.com/office/officeart/2005/8/layout/hProcess6"/>
    <dgm:cxn modelId="{17C49EA0-97DC-4D63-A21E-D4C9CD40BAA1}" type="presOf" srcId="{8B32FD02-13D8-49AE-9ACB-BA1338DE3CD0}" destId="{7540B891-372A-4237-B901-D1F094807D1D}" srcOrd="0" destOrd="0" presId="urn:microsoft.com/office/officeart/2005/8/layout/hProcess6"/>
    <dgm:cxn modelId="{DB41ABA3-457C-4B2B-BBC4-0D96A82D5AE1}" type="presOf" srcId="{8705F5B9-0B21-4475-A1B1-568A867BB55A}" destId="{8DAAFB58-07A3-4F69-95A3-C2D304145909}" srcOrd="0" destOrd="0" presId="urn:microsoft.com/office/officeart/2005/8/layout/hProcess6"/>
    <dgm:cxn modelId="{950A14B5-266D-4060-9E1A-21F4AFFD3BC3}" srcId="{C761ACC0-C768-4980-A430-9F2E56265ACF}" destId="{8705F5B9-0B21-4475-A1B1-568A867BB55A}" srcOrd="0" destOrd="0" parTransId="{7F50C536-CBBA-4A75-918B-F1ACEE94DC49}" sibTransId="{8507305D-112C-4AD6-A5FA-4C818CC74503}"/>
    <dgm:cxn modelId="{EED560DD-BF3F-446D-AA6D-6C8150E92BC0}" srcId="{B96BE930-DA44-47B7-8262-0CAB4EB337A0}" destId="{55E608C7-A54C-4FEB-A023-AB7466147913}" srcOrd="0" destOrd="0" parTransId="{B6F994F3-57C0-44B3-BA5D-4884F92C5A1C}" sibTransId="{82BCF5A4-F552-48A8-9456-005DD428233C}"/>
    <dgm:cxn modelId="{7A0848F2-C1B4-4B51-80D7-3A3AF3EF88BF}" type="presOf" srcId="{9F9DEDA3-E6A9-4C41-AF4F-9634CAF7677A}" destId="{30E1AC72-1751-4345-8DD9-A2CFF46CDF76}" srcOrd="1" destOrd="0" presId="urn:microsoft.com/office/officeart/2005/8/layout/hProcess6"/>
    <dgm:cxn modelId="{918ACDF8-3971-4F86-8297-7137A5D6D059}" type="presOf" srcId="{55E608C7-A54C-4FEB-A023-AB7466147913}" destId="{5C6D2ED2-4DD0-4840-8A08-F250B67E8247}" srcOrd="0" destOrd="0" presId="urn:microsoft.com/office/officeart/2005/8/layout/hProcess6"/>
    <dgm:cxn modelId="{14AD7291-7839-4FF0-88A4-305AF8F0F152}" type="presParOf" srcId="{D4ECBE1A-5D4B-4806-8074-7C9EA395F064}" destId="{C7A5BCF7-848C-4423-A5DD-32C8597AFD14}" srcOrd="0" destOrd="0" presId="urn:microsoft.com/office/officeart/2005/8/layout/hProcess6"/>
    <dgm:cxn modelId="{8D7465CB-C373-4A98-9E91-FA1D6DC7EB68}" type="presParOf" srcId="{C7A5BCF7-848C-4423-A5DD-32C8597AFD14}" destId="{94864FBE-293D-496C-8E67-3006D127E7E2}" srcOrd="0" destOrd="0" presId="urn:microsoft.com/office/officeart/2005/8/layout/hProcess6"/>
    <dgm:cxn modelId="{7D47D9BE-5D35-45CB-B2F7-D1F8F6A48D08}" type="presParOf" srcId="{C7A5BCF7-848C-4423-A5DD-32C8597AFD14}" destId="{4EBDBD6A-AA2E-4A3B-A21D-E8CB3DA5DF4E}" srcOrd="1" destOrd="0" presId="urn:microsoft.com/office/officeart/2005/8/layout/hProcess6"/>
    <dgm:cxn modelId="{7A35A0A9-6714-4BC0-9474-0D528E34C77D}" type="presParOf" srcId="{C7A5BCF7-848C-4423-A5DD-32C8597AFD14}" destId="{C983815A-DA8C-4F03-89A5-D8E04349A791}" srcOrd="2" destOrd="0" presId="urn:microsoft.com/office/officeart/2005/8/layout/hProcess6"/>
    <dgm:cxn modelId="{5B5373DC-A878-478B-83B4-8A7A2F1EBC19}" type="presParOf" srcId="{C7A5BCF7-848C-4423-A5DD-32C8597AFD14}" destId="{7540B891-372A-4237-B901-D1F094807D1D}" srcOrd="3" destOrd="0" presId="urn:microsoft.com/office/officeart/2005/8/layout/hProcess6"/>
    <dgm:cxn modelId="{CE422185-EA49-4DD2-8D61-B54CEFF2E145}" type="presParOf" srcId="{D4ECBE1A-5D4B-4806-8074-7C9EA395F064}" destId="{E9A169D0-F8C6-4DB6-AD73-41EEB21987FC}" srcOrd="1" destOrd="0" presId="urn:microsoft.com/office/officeart/2005/8/layout/hProcess6"/>
    <dgm:cxn modelId="{46A3512F-A4E5-4EBA-A177-1614A81FB0C0}" type="presParOf" srcId="{D4ECBE1A-5D4B-4806-8074-7C9EA395F064}" destId="{632B0987-4D12-4C66-89C7-29BD511D26DF}" srcOrd="2" destOrd="0" presId="urn:microsoft.com/office/officeart/2005/8/layout/hProcess6"/>
    <dgm:cxn modelId="{D6CDA0D7-3515-4D7B-910C-9C9A3E6713C5}" type="presParOf" srcId="{632B0987-4D12-4C66-89C7-29BD511D26DF}" destId="{EED88F47-BC5E-4A15-8204-3D41B89B5620}" srcOrd="0" destOrd="0" presId="urn:microsoft.com/office/officeart/2005/8/layout/hProcess6"/>
    <dgm:cxn modelId="{049713C5-270D-4343-B6EA-6588AB8F1F44}" type="presParOf" srcId="{632B0987-4D12-4C66-89C7-29BD511D26DF}" destId="{1E19A1B8-FF5E-4237-AB7F-11D801A0F362}" srcOrd="1" destOrd="0" presId="urn:microsoft.com/office/officeart/2005/8/layout/hProcess6"/>
    <dgm:cxn modelId="{57DA8596-9EF2-49D3-B590-743FB4A0F050}" type="presParOf" srcId="{632B0987-4D12-4C66-89C7-29BD511D26DF}" destId="{5BB3B129-9CF4-414E-9D14-0CC7D7F57D4B}" srcOrd="2" destOrd="0" presId="urn:microsoft.com/office/officeart/2005/8/layout/hProcess6"/>
    <dgm:cxn modelId="{35769A6F-827F-4DAE-90EF-E74B7678C4CD}" type="presParOf" srcId="{632B0987-4D12-4C66-89C7-29BD511D26DF}" destId="{98D9DAD5-BDDA-4D13-8664-E7E96DD28933}" srcOrd="3" destOrd="0" presId="urn:microsoft.com/office/officeart/2005/8/layout/hProcess6"/>
    <dgm:cxn modelId="{D5FAD5C2-18E3-401A-AF0A-4CDB42300341}" type="presParOf" srcId="{D4ECBE1A-5D4B-4806-8074-7C9EA395F064}" destId="{14E5B8FE-588F-43A1-921F-4254A4CDCCFE}" srcOrd="3" destOrd="0" presId="urn:microsoft.com/office/officeart/2005/8/layout/hProcess6"/>
    <dgm:cxn modelId="{BEA73F94-5FF4-46B4-A030-1B1C6C832A95}" type="presParOf" srcId="{D4ECBE1A-5D4B-4806-8074-7C9EA395F064}" destId="{4A259DE9-1C37-47A2-8A5D-5BF9FA719FFB}" srcOrd="4" destOrd="0" presId="urn:microsoft.com/office/officeart/2005/8/layout/hProcess6"/>
    <dgm:cxn modelId="{40553E97-A32C-4224-9FA0-DD0F7E693E83}" type="presParOf" srcId="{4A259DE9-1C37-47A2-8A5D-5BF9FA719FFB}" destId="{E7E9A7C5-2D26-4EE6-BB81-1E0A598A3AEC}" srcOrd="0" destOrd="0" presId="urn:microsoft.com/office/officeart/2005/8/layout/hProcess6"/>
    <dgm:cxn modelId="{75F3F107-2E01-4C3B-B541-3F5FA978956A}" type="presParOf" srcId="{4A259DE9-1C37-47A2-8A5D-5BF9FA719FFB}" destId="{8DAAFB58-07A3-4F69-95A3-C2D304145909}" srcOrd="1" destOrd="0" presId="urn:microsoft.com/office/officeart/2005/8/layout/hProcess6"/>
    <dgm:cxn modelId="{6CAADCBD-B51F-40B8-9214-E7F3ABF37A80}" type="presParOf" srcId="{4A259DE9-1C37-47A2-8A5D-5BF9FA719FFB}" destId="{CF480A0F-823E-4687-903A-BBD8FF64CC36}" srcOrd="2" destOrd="0" presId="urn:microsoft.com/office/officeart/2005/8/layout/hProcess6"/>
    <dgm:cxn modelId="{FA339E1B-DD36-4861-99C6-7CF5800A1FAA}" type="presParOf" srcId="{4A259DE9-1C37-47A2-8A5D-5BF9FA719FFB}" destId="{8B177278-4E2C-443A-AAC6-C093D7D6CF7D}" srcOrd="3" destOrd="0" presId="urn:microsoft.com/office/officeart/2005/8/layout/hProcess6"/>
    <dgm:cxn modelId="{52824CAF-08BE-422C-986B-78E0E3F6ABB7}" type="presParOf" srcId="{D4ECBE1A-5D4B-4806-8074-7C9EA395F064}" destId="{6750BE77-E3EF-4E82-B96C-ABB95AC6F490}" srcOrd="5" destOrd="0" presId="urn:microsoft.com/office/officeart/2005/8/layout/hProcess6"/>
    <dgm:cxn modelId="{E48149A0-D943-4ECB-8E35-48442A6F57C1}" type="presParOf" srcId="{D4ECBE1A-5D4B-4806-8074-7C9EA395F064}" destId="{362055CE-061D-46FB-B24E-11DC9389E7E2}" srcOrd="6" destOrd="0" presId="urn:microsoft.com/office/officeart/2005/8/layout/hProcess6"/>
    <dgm:cxn modelId="{0CD70CF5-C8D5-4A8A-B682-C2AE2A8FF0A4}" type="presParOf" srcId="{362055CE-061D-46FB-B24E-11DC9389E7E2}" destId="{A8E4280A-AADE-4BC7-B675-11612330D693}" srcOrd="0" destOrd="0" presId="urn:microsoft.com/office/officeart/2005/8/layout/hProcess6"/>
    <dgm:cxn modelId="{8E7F2562-B526-49C9-925B-3E2422945F42}" type="presParOf" srcId="{362055CE-061D-46FB-B24E-11DC9389E7E2}" destId="{AA337D63-1B6E-4995-AAA1-F1FEC023CC9A}" srcOrd="1" destOrd="0" presId="urn:microsoft.com/office/officeart/2005/8/layout/hProcess6"/>
    <dgm:cxn modelId="{A327E6E9-A98A-41F3-97E6-802BE34D193B}" type="presParOf" srcId="{362055CE-061D-46FB-B24E-11DC9389E7E2}" destId="{30E1AC72-1751-4345-8DD9-A2CFF46CDF76}" srcOrd="2" destOrd="0" presId="urn:microsoft.com/office/officeart/2005/8/layout/hProcess6"/>
    <dgm:cxn modelId="{6FF523F0-91C4-4706-A054-85F44C78B31B}" type="presParOf" srcId="{362055CE-061D-46FB-B24E-11DC9389E7E2}" destId="{B8EEC60A-AB3C-4454-A493-3BA3B699EA92}" srcOrd="3" destOrd="0" presId="urn:microsoft.com/office/officeart/2005/8/layout/hProcess6"/>
    <dgm:cxn modelId="{20CBF827-5730-4B0E-9421-349FC9651787}" type="presParOf" srcId="{D4ECBE1A-5D4B-4806-8074-7C9EA395F064}" destId="{7926385D-B8F1-4EA9-B63A-EF3047C23A2A}" srcOrd="7" destOrd="0" presId="urn:microsoft.com/office/officeart/2005/8/layout/hProcess6"/>
    <dgm:cxn modelId="{EA3ADEAC-B4A9-4169-B1DF-9F72B7F15F48}" type="presParOf" srcId="{D4ECBE1A-5D4B-4806-8074-7C9EA395F064}" destId="{CCB4E584-DE24-45BB-ADCA-C740DBBAA33B}" srcOrd="8" destOrd="0" presId="urn:microsoft.com/office/officeart/2005/8/layout/hProcess6"/>
    <dgm:cxn modelId="{0426DE30-552B-4528-89BC-22F42A88178E}" type="presParOf" srcId="{CCB4E584-DE24-45BB-ADCA-C740DBBAA33B}" destId="{A2B76920-2B64-4332-9D17-AB6E913C1C7B}" srcOrd="0" destOrd="0" presId="urn:microsoft.com/office/officeart/2005/8/layout/hProcess6"/>
    <dgm:cxn modelId="{B3D04667-BBB6-4D87-993A-7E256C339643}" type="presParOf" srcId="{CCB4E584-DE24-45BB-ADCA-C740DBBAA33B}" destId="{5C6D2ED2-4DD0-4840-8A08-F250B67E8247}" srcOrd="1" destOrd="0" presId="urn:microsoft.com/office/officeart/2005/8/layout/hProcess6"/>
    <dgm:cxn modelId="{4B2E4C04-2362-48BC-91CA-2E5A3FDE0A05}" type="presParOf" srcId="{CCB4E584-DE24-45BB-ADCA-C740DBBAA33B}" destId="{4E5E0338-7916-48A7-A953-645D2925042A}" srcOrd="2" destOrd="0" presId="urn:microsoft.com/office/officeart/2005/8/layout/hProcess6"/>
    <dgm:cxn modelId="{453AA6CC-8662-40D6-B5DE-621E154F54F8}" type="presParOf" srcId="{CCB4E584-DE24-45BB-ADCA-C740DBBAA33B}" destId="{F16A90B2-407B-4542-B879-FF3AA1225758}"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0B4089-1364-4F3E-A023-511E201F998F}">
      <dsp:nvSpPr>
        <dsp:cNvPr id="0" name=""/>
        <dsp:cNvSpPr/>
      </dsp:nvSpPr>
      <dsp:spPr>
        <a:xfrm rot="5400000">
          <a:off x="-159516" y="161105"/>
          <a:ext cx="1063443" cy="744410"/>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ca-ES" sz="1000" kern="1200" dirty="0"/>
            <a:t>Clients estàndard</a:t>
          </a:r>
          <a:endParaRPr lang="es-ES" sz="1000" kern="1200" dirty="0"/>
        </a:p>
      </dsp:txBody>
      <dsp:txXfrm rot="-5400000">
        <a:off x="1" y="373793"/>
        <a:ext cx="744410" cy="319033"/>
      </dsp:txXfrm>
    </dsp:sp>
    <dsp:sp modelId="{4250A8B7-C91B-41B8-86C1-EDF7D3CF9D58}">
      <dsp:nvSpPr>
        <dsp:cNvPr id="0" name=""/>
        <dsp:cNvSpPr/>
      </dsp:nvSpPr>
      <dsp:spPr>
        <a:xfrm rot="5400000">
          <a:off x="4048930" y="-3302930"/>
          <a:ext cx="691238" cy="7300277"/>
        </a:xfrm>
        <a:prstGeom prst="round2Same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ca-ES" sz="1300" kern="1200" dirty="0"/>
            <a:t>Disponible per a la migració d’aquells clients que poden treballar en </a:t>
          </a:r>
          <a:r>
            <a:rPr lang="ca-ES" sz="1300" kern="1200" dirty="0" err="1"/>
            <a:t>Odoo</a:t>
          </a:r>
          <a:r>
            <a:rPr lang="ca-ES" sz="1300" kern="1200" dirty="0"/>
            <a:t> sense necessitat de personalitzacions</a:t>
          </a:r>
          <a:endParaRPr lang="es-ES" sz="1300" kern="1200" dirty="0"/>
        </a:p>
        <a:p>
          <a:pPr marL="114300" lvl="1" indent="-114300" algn="l" defTabSz="577850">
            <a:lnSpc>
              <a:spcPct val="90000"/>
            </a:lnSpc>
            <a:spcBef>
              <a:spcPct val="0"/>
            </a:spcBef>
            <a:spcAft>
              <a:spcPct val="15000"/>
            </a:spcAft>
            <a:buChar char="•"/>
          </a:pPr>
          <a:r>
            <a:rPr lang="ca-ES" sz="1300" kern="1200" dirty="0"/>
            <a:t>S’inclou una càrrega de dades inicials a partir </a:t>
          </a:r>
          <a:r>
            <a:rPr lang="ca-ES" sz="1300" kern="1200" dirty="0" err="1"/>
            <a:t>d’XSinfo</a:t>
          </a:r>
          <a:r>
            <a:rPr lang="ca-ES" sz="1300" kern="1200" dirty="0"/>
            <a:t>	</a:t>
          </a:r>
          <a:endParaRPr lang="es-ES" sz="1300" kern="1200" dirty="0"/>
        </a:p>
      </dsp:txBody>
      <dsp:txXfrm rot="-5400000">
        <a:off x="744411" y="35332"/>
        <a:ext cx="7266534" cy="623752"/>
      </dsp:txXfrm>
    </dsp:sp>
    <dsp:sp modelId="{04C35753-5CF6-485D-894E-2436C8B428B0}">
      <dsp:nvSpPr>
        <dsp:cNvPr id="0" name=""/>
        <dsp:cNvSpPr/>
      </dsp:nvSpPr>
      <dsp:spPr>
        <a:xfrm rot="5400000">
          <a:off x="-159516" y="1114859"/>
          <a:ext cx="1063443" cy="744410"/>
        </a:xfrm>
        <a:prstGeom prst="chevron">
          <a:avLst/>
        </a:prstGeom>
        <a:solidFill>
          <a:schemeClr val="accent2">
            <a:hueOff val="1170380"/>
            <a:satOff val="-1460"/>
            <a:lumOff val="343"/>
            <a:alphaOff val="0"/>
          </a:schemeClr>
        </a:solidFill>
        <a:ln w="25400" cap="flat" cmpd="sng" algn="ctr">
          <a:solidFill>
            <a:schemeClr val="accent2">
              <a:hueOff val="1170380"/>
              <a:satOff val="-1460"/>
              <a:lumOff val="34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ca-ES" sz="1000" kern="1200" dirty="0"/>
            <a:t>Clients sector construcció</a:t>
          </a:r>
          <a:endParaRPr lang="es-ES" sz="1000" kern="1200" dirty="0"/>
        </a:p>
      </dsp:txBody>
      <dsp:txXfrm rot="-5400000">
        <a:off x="1" y="1327547"/>
        <a:ext cx="744410" cy="319033"/>
      </dsp:txXfrm>
    </dsp:sp>
    <dsp:sp modelId="{8D425864-A673-4524-9843-F0EC706BA79F}">
      <dsp:nvSpPr>
        <dsp:cNvPr id="0" name=""/>
        <dsp:cNvSpPr/>
      </dsp:nvSpPr>
      <dsp:spPr>
        <a:xfrm rot="5400000">
          <a:off x="4048930" y="-2356928"/>
          <a:ext cx="691238" cy="7300277"/>
        </a:xfrm>
        <a:prstGeom prst="round2SameRect">
          <a:avLst/>
        </a:prstGeom>
        <a:solidFill>
          <a:schemeClr val="lt1">
            <a:alpha val="90000"/>
            <a:hueOff val="0"/>
            <a:satOff val="0"/>
            <a:lumOff val="0"/>
            <a:alphaOff val="0"/>
          </a:schemeClr>
        </a:solidFill>
        <a:ln w="25400" cap="flat" cmpd="sng" algn="ctr">
          <a:solidFill>
            <a:schemeClr val="accent2">
              <a:hueOff val="1170380"/>
              <a:satOff val="-1460"/>
              <a:lumOff val="34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ca-ES" sz="1300" kern="1200" dirty="0"/>
            <a:t>Desenvolupament</a:t>
          </a:r>
          <a:r>
            <a:rPr lang="ca-ES" sz="1300" kern="1200" baseline="0" dirty="0"/>
            <a:t> de funcions diferencials </a:t>
          </a:r>
          <a:r>
            <a:rPr lang="ca-ES" sz="1300" kern="1200" baseline="0" dirty="0" err="1"/>
            <a:t>d’XSinfo</a:t>
          </a:r>
          <a:r>
            <a:rPr lang="ca-ES" sz="1300" kern="1200" baseline="0" dirty="0"/>
            <a:t> a incorporar en el nostre estàndard </a:t>
          </a:r>
          <a:r>
            <a:rPr lang="ca-ES" sz="1300" kern="1200" baseline="0" dirty="0" err="1"/>
            <a:t>d’Odoo</a:t>
          </a:r>
          <a:endParaRPr lang="es-ES" sz="1300" kern="1200" dirty="0"/>
        </a:p>
        <a:p>
          <a:pPr marL="114300" lvl="1" indent="-114300" algn="l" defTabSz="577850">
            <a:lnSpc>
              <a:spcPct val="90000"/>
            </a:lnSpc>
            <a:spcBef>
              <a:spcPct val="0"/>
            </a:spcBef>
            <a:spcAft>
              <a:spcPct val="15000"/>
            </a:spcAft>
            <a:buChar char="•"/>
          </a:pPr>
          <a:r>
            <a:rPr lang="ca-ES" sz="1300" kern="1200" dirty="0"/>
            <a:t>Disponible per a la migració dels clients sectorials</a:t>
          </a:r>
          <a:endParaRPr lang="es-ES" sz="1300" kern="1200" dirty="0"/>
        </a:p>
      </dsp:txBody>
      <dsp:txXfrm rot="-5400000">
        <a:off x="744411" y="981334"/>
        <a:ext cx="7266534" cy="623752"/>
      </dsp:txXfrm>
    </dsp:sp>
    <dsp:sp modelId="{E05E0622-43AF-4C98-96C4-C26B36A3FEEA}">
      <dsp:nvSpPr>
        <dsp:cNvPr id="0" name=""/>
        <dsp:cNvSpPr/>
      </dsp:nvSpPr>
      <dsp:spPr>
        <a:xfrm rot="5400000">
          <a:off x="-159516" y="2053109"/>
          <a:ext cx="1063443" cy="744410"/>
        </a:xfrm>
        <a:prstGeom prst="chevron">
          <a:avLst/>
        </a:prstGeom>
        <a:solidFill>
          <a:schemeClr val="accent2">
            <a:hueOff val="2340759"/>
            <a:satOff val="-2919"/>
            <a:lumOff val="686"/>
            <a:alphaOff val="0"/>
          </a:schemeClr>
        </a:solidFill>
        <a:ln w="25400" cap="flat" cmpd="sng" algn="ctr">
          <a:solidFill>
            <a:schemeClr val="accent2">
              <a:hueOff val="2340759"/>
              <a:satOff val="-2919"/>
              <a:lumOff val="68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ca-ES" sz="1000" kern="1200" baseline="0" dirty="0"/>
            <a:t>TPV</a:t>
          </a:r>
          <a:endParaRPr lang="es-ES" sz="1000" kern="1200" dirty="0"/>
        </a:p>
      </dsp:txBody>
      <dsp:txXfrm rot="-5400000">
        <a:off x="1" y="2265797"/>
        <a:ext cx="744410" cy="319033"/>
      </dsp:txXfrm>
    </dsp:sp>
    <dsp:sp modelId="{91BF850C-6F4E-482B-A80F-82A31858221E}">
      <dsp:nvSpPr>
        <dsp:cNvPr id="0" name=""/>
        <dsp:cNvSpPr/>
      </dsp:nvSpPr>
      <dsp:spPr>
        <a:xfrm rot="5400000">
          <a:off x="4048930" y="-1410926"/>
          <a:ext cx="691238" cy="7300277"/>
        </a:xfrm>
        <a:prstGeom prst="round2SameRect">
          <a:avLst/>
        </a:prstGeom>
        <a:solidFill>
          <a:schemeClr val="lt1">
            <a:alpha val="90000"/>
            <a:hueOff val="0"/>
            <a:satOff val="0"/>
            <a:lumOff val="0"/>
            <a:alphaOff val="0"/>
          </a:schemeClr>
        </a:solidFill>
        <a:ln w="25400" cap="flat" cmpd="sng" algn="ctr">
          <a:solidFill>
            <a:schemeClr val="accent2">
              <a:hueOff val="2340759"/>
              <a:satOff val="-2919"/>
              <a:lumOff val="68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ca-ES" sz="1300" kern="1200" dirty="0"/>
            <a:t>Desenvolupament del vertical de TPV</a:t>
          </a:r>
          <a:endParaRPr lang="es-ES" sz="1300" kern="1200" dirty="0"/>
        </a:p>
        <a:p>
          <a:pPr marL="114300" lvl="1" indent="-114300" algn="l" defTabSz="577850">
            <a:lnSpc>
              <a:spcPct val="90000"/>
            </a:lnSpc>
            <a:spcBef>
              <a:spcPct val="0"/>
            </a:spcBef>
            <a:spcAft>
              <a:spcPct val="15000"/>
            </a:spcAft>
            <a:buChar char="•"/>
          </a:pPr>
          <a:r>
            <a:rPr lang="ca-ES" sz="1300" kern="1200" dirty="0"/>
            <a:t>Es realitza la migració dels clients amb TPV</a:t>
          </a:r>
          <a:endParaRPr lang="es-ES" sz="1300" kern="1200" dirty="0"/>
        </a:p>
        <a:p>
          <a:pPr marL="114300" lvl="1" indent="-114300" algn="l" defTabSz="577850">
            <a:lnSpc>
              <a:spcPct val="90000"/>
            </a:lnSpc>
            <a:spcBef>
              <a:spcPct val="0"/>
            </a:spcBef>
            <a:spcAft>
              <a:spcPct val="15000"/>
            </a:spcAft>
            <a:buChar char="•"/>
          </a:pPr>
          <a:r>
            <a:rPr lang="ca-ES" sz="1300" kern="1200" dirty="0"/>
            <a:t>Fi de vida de </a:t>
          </a:r>
          <a:r>
            <a:rPr lang="ca-ES" sz="1300" kern="1200" dirty="0" err="1"/>
            <a:t>l’aStore</a:t>
          </a:r>
          <a:r>
            <a:rPr lang="ca-ES" sz="1300" kern="1200" dirty="0"/>
            <a:t>, servidor </a:t>
          </a:r>
          <a:r>
            <a:rPr lang="ca-ES" sz="1300" kern="1200" dirty="0" err="1"/>
            <a:t>aStore</a:t>
          </a:r>
          <a:r>
            <a:rPr lang="ca-ES" sz="1300" kern="1200" dirty="0"/>
            <a:t> apagat</a:t>
          </a:r>
          <a:endParaRPr lang="es-ES" sz="1300" kern="1200" dirty="0"/>
        </a:p>
      </dsp:txBody>
      <dsp:txXfrm rot="-5400000">
        <a:off x="744411" y="1927336"/>
        <a:ext cx="7266534" cy="623752"/>
      </dsp:txXfrm>
    </dsp:sp>
    <dsp:sp modelId="{D3A3AF51-F42E-4C3D-94AF-3B77A4D13723}">
      <dsp:nvSpPr>
        <dsp:cNvPr id="0" name=""/>
        <dsp:cNvSpPr/>
      </dsp:nvSpPr>
      <dsp:spPr>
        <a:xfrm rot="5400000">
          <a:off x="-159516" y="2999111"/>
          <a:ext cx="1063443" cy="744410"/>
        </a:xfrm>
        <a:prstGeom prst="chevron">
          <a:avLst/>
        </a:prstGeom>
        <a:solidFill>
          <a:schemeClr val="accent2">
            <a:hueOff val="3511139"/>
            <a:satOff val="-4379"/>
            <a:lumOff val="1030"/>
            <a:alphaOff val="0"/>
          </a:schemeClr>
        </a:solidFill>
        <a:ln w="25400" cap="flat" cmpd="sng" algn="ctr">
          <a:solidFill>
            <a:schemeClr val="accent2">
              <a:hueOff val="3511139"/>
              <a:satOff val="-4379"/>
              <a:lumOff val="10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ca-ES" sz="1000" kern="1200" dirty="0"/>
            <a:t>Històrics</a:t>
          </a:r>
          <a:endParaRPr lang="es-ES" sz="1000" kern="1200" dirty="0"/>
        </a:p>
      </dsp:txBody>
      <dsp:txXfrm rot="-5400000">
        <a:off x="1" y="3211799"/>
        <a:ext cx="744410" cy="319033"/>
      </dsp:txXfrm>
    </dsp:sp>
    <dsp:sp modelId="{D943C40E-FCF6-4B77-BAFE-B74568AB083F}">
      <dsp:nvSpPr>
        <dsp:cNvPr id="0" name=""/>
        <dsp:cNvSpPr/>
      </dsp:nvSpPr>
      <dsp:spPr>
        <a:xfrm rot="5400000">
          <a:off x="4048930" y="-486754"/>
          <a:ext cx="691238" cy="7300277"/>
        </a:xfrm>
        <a:prstGeom prst="round2SameRect">
          <a:avLst/>
        </a:prstGeom>
        <a:solidFill>
          <a:schemeClr val="lt1">
            <a:alpha val="90000"/>
            <a:hueOff val="0"/>
            <a:satOff val="0"/>
            <a:lumOff val="0"/>
            <a:alphaOff val="0"/>
          </a:schemeClr>
        </a:solidFill>
        <a:ln w="25400" cap="flat" cmpd="sng" algn="ctr">
          <a:solidFill>
            <a:schemeClr val="accent2">
              <a:hueOff val="3511139"/>
              <a:satOff val="-4379"/>
              <a:lumOff val="10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ca-ES" sz="1300" kern="1200" dirty="0"/>
            <a:t>Desenvolupament de migració d’històrics</a:t>
          </a:r>
          <a:endParaRPr lang="es-ES" sz="1300" kern="1200" dirty="0"/>
        </a:p>
        <a:p>
          <a:pPr marL="114300" lvl="1" indent="-114300" algn="l" defTabSz="577850">
            <a:lnSpc>
              <a:spcPct val="90000"/>
            </a:lnSpc>
            <a:spcBef>
              <a:spcPct val="0"/>
            </a:spcBef>
            <a:spcAft>
              <a:spcPct val="15000"/>
            </a:spcAft>
            <a:buChar char="•"/>
          </a:pPr>
          <a:r>
            <a:rPr lang="ca-ES" sz="1300" kern="1200" dirty="0"/>
            <a:t>Traspàs de dades històriques als clients que ho hagin contractat</a:t>
          </a:r>
          <a:endParaRPr lang="es-ES" sz="1300" kern="1200" dirty="0"/>
        </a:p>
      </dsp:txBody>
      <dsp:txXfrm rot="-5400000">
        <a:off x="744411" y="2851508"/>
        <a:ext cx="7266534" cy="623752"/>
      </dsp:txXfrm>
    </dsp:sp>
    <dsp:sp modelId="{D10C8C54-2E04-40CB-9977-AE411160802E}">
      <dsp:nvSpPr>
        <dsp:cNvPr id="0" name=""/>
        <dsp:cNvSpPr/>
      </dsp:nvSpPr>
      <dsp:spPr>
        <a:xfrm rot="5400000">
          <a:off x="-159516" y="3945113"/>
          <a:ext cx="1063443" cy="744410"/>
        </a:xfrm>
        <a:prstGeom prst="chevron">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ca-ES" sz="1000" kern="1200" dirty="0"/>
            <a:t>Clients específics</a:t>
          </a:r>
          <a:endParaRPr lang="es-ES" sz="1000" kern="1200" dirty="0"/>
        </a:p>
      </dsp:txBody>
      <dsp:txXfrm rot="-5400000">
        <a:off x="1" y="4157801"/>
        <a:ext cx="744410" cy="319033"/>
      </dsp:txXfrm>
    </dsp:sp>
    <dsp:sp modelId="{6ED5454E-FDA3-47EF-8A99-CFDDC6D6FAA4}">
      <dsp:nvSpPr>
        <dsp:cNvPr id="0" name=""/>
        <dsp:cNvSpPr/>
      </dsp:nvSpPr>
      <dsp:spPr>
        <a:xfrm rot="5400000">
          <a:off x="4048930" y="481077"/>
          <a:ext cx="691238" cy="7300277"/>
        </a:xfrm>
        <a:prstGeom prst="round2SameRect">
          <a:avLst/>
        </a:prstGeom>
        <a:solidFill>
          <a:schemeClr val="lt1">
            <a:alpha val="90000"/>
            <a:hueOff val="0"/>
            <a:satOff val="0"/>
            <a:lumOff val="0"/>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ca-ES" sz="1300" kern="1200" dirty="0"/>
            <a:t>Disponible per als clients amb alta personalització, projectes no estàndard</a:t>
          </a:r>
          <a:endParaRPr lang="es-ES" sz="1300" kern="1200" dirty="0"/>
        </a:p>
        <a:p>
          <a:pPr marL="114300" lvl="1" indent="-114300" algn="l" defTabSz="577850">
            <a:lnSpc>
              <a:spcPct val="90000"/>
            </a:lnSpc>
            <a:spcBef>
              <a:spcPct val="0"/>
            </a:spcBef>
            <a:spcAft>
              <a:spcPct val="15000"/>
            </a:spcAft>
            <a:buChar char="•"/>
          </a:pPr>
          <a:r>
            <a:rPr lang="ca-ES" sz="1300" kern="1200" dirty="0"/>
            <a:t>Fi de vida de </a:t>
          </a:r>
          <a:r>
            <a:rPr lang="ca-ES" sz="1300" kern="1200" dirty="0" err="1"/>
            <a:t>XSinfo</a:t>
          </a:r>
          <a:r>
            <a:rPr lang="ca-ES" sz="1300" kern="1200" dirty="0"/>
            <a:t>, servidors </a:t>
          </a:r>
          <a:r>
            <a:rPr lang="ca-ES" sz="1300" kern="1200" dirty="0" err="1"/>
            <a:t>d’XSinfo</a:t>
          </a:r>
          <a:r>
            <a:rPr lang="ca-ES" sz="1300" kern="1200" dirty="0"/>
            <a:t> apagats</a:t>
          </a:r>
          <a:endParaRPr lang="es-ES" sz="1300" kern="1200" dirty="0"/>
        </a:p>
      </dsp:txBody>
      <dsp:txXfrm rot="-5400000">
        <a:off x="744411" y="3819340"/>
        <a:ext cx="7266534" cy="6237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BDBD6A-AA2E-4A3B-A21D-E8CB3DA5DF4E}">
      <dsp:nvSpPr>
        <dsp:cNvPr id="0" name=""/>
        <dsp:cNvSpPr/>
      </dsp:nvSpPr>
      <dsp:spPr>
        <a:xfrm>
          <a:off x="429381" y="1967153"/>
          <a:ext cx="1698107" cy="1484359"/>
        </a:xfrm>
        <a:prstGeom prst="rightArrow">
          <a:avLst>
            <a:gd name="adj1" fmla="val 70000"/>
            <a:gd name="adj2" fmla="val 50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8890" rIns="17780" bIns="8890" numCol="1" spcCol="1270" anchor="ctr" anchorCtr="0">
          <a:noAutofit/>
        </a:bodyPr>
        <a:lstStyle/>
        <a:p>
          <a:pPr marL="0" lvl="0" indent="0" algn="ctr" defTabSz="622300">
            <a:lnSpc>
              <a:spcPct val="90000"/>
            </a:lnSpc>
            <a:spcBef>
              <a:spcPct val="0"/>
            </a:spcBef>
            <a:spcAft>
              <a:spcPct val="35000"/>
            </a:spcAft>
            <a:buNone/>
          </a:pPr>
          <a:r>
            <a:rPr lang="ca-ES" sz="1400" b="1" kern="1200" dirty="0"/>
            <a:t>Utilitat càrrega inicial de dades</a:t>
          </a:r>
          <a:endParaRPr lang="es-ES" sz="1400" b="1" kern="1200" dirty="0"/>
        </a:p>
      </dsp:txBody>
      <dsp:txXfrm>
        <a:off x="853908" y="2189807"/>
        <a:ext cx="827827" cy="1039051"/>
      </dsp:txXfrm>
    </dsp:sp>
    <dsp:sp modelId="{7540B891-372A-4237-B901-D1F094807D1D}">
      <dsp:nvSpPr>
        <dsp:cNvPr id="0" name=""/>
        <dsp:cNvSpPr/>
      </dsp:nvSpPr>
      <dsp:spPr>
        <a:xfrm>
          <a:off x="4854" y="2284806"/>
          <a:ext cx="849053" cy="849053"/>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ca-ES" sz="1300" b="1" kern="1200" dirty="0"/>
            <a:t>10/2023</a:t>
          </a:r>
          <a:endParaRPr lang="es-ES" sz="1300" b="1" kern="1200" dirty="0"/>
        </a:p>
      </dsp:txBody>
      <dsp:txXfrm>
        <a:off x="129195" y="2409147"/>
        <a:ext cx="600371" cy="600371"/>
      </dsp:txXfrm>
    </dsp:sp>
    <dsp:sp modelId="{1E19A1B8-FF5E-4237-AB7F-11D801A0F362}">
      <dsp:nvSpPr>
        <dsp:cNvPr id="0" name=""/>
        <dsp:cNvSpPr/>
      </dsp:nvSpPr>
      <dsp:spPr>
        <a:xfrm>
          <a:off x="2658148" y="1967153"/>
          <a:ext cx="1698107" cy="1484359"/>
        </a:xfrm>
        <a:prstGeom prst="rightArrow">
          <a:avLst>
            <a:gd name="adj1" fmla="val 70000"/>
            <a:gd name="adj2" fmla="val 50000"/>
          </a:avLst>
        </a:prstGeom>
        <a:solidFill>
          <a:schemeClr val="accent2">
            <a:tint val="40000"/>
            <a:alpha val="90000"/>
            <a:hueOff val="1256455"/>
            <a:satOff val="-1094"/>
            <a:lumOff val="-1"/>
            <a:alphaOff val="0"/>
          </a:schemeClr>
        </a:solidFill>
        <a:ln w="25400" cap="flat" cmpd="sng" algn="ctr">
          <a:solidFill>
            <a:schemeClr val="accent2">
              <a:tint val="40000"/>
              <a:alpha val="90000"/>
              <a:hueOff val="1256455"/>
              <a:satOff val="-1094"/>
              <a:lumOff val="-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8890" rIns="17780" bIns="8890" numCol="1" spcCol="1270" anchor="ctr" anchorCtr="0">
          <a:noAutofit/>
        </a:bodyPr>
        <a:lstStyle/>
        <a:p>
          <a:pPr marL="0" lvl="0" indent="0" algn="ctr" defTabSz="622300">
            <a:lnSpc>
              <a:spcPct val="90000"/>
            </a:lnSpc>
            <a:spcBef>
              <a:spcPct val="0"/>
            </a:spcBef>
            <a:spcAft>
              <a:spcPct val="35000"/>
            </a:spcAft>
            <a:buNone/>
          </a:pPr>
          <a:r>
            <a:rPr lang="ca-ES" sz="1400" b="1" kern="1200" dirty="0"/>
            <a:t>Formats i informes</a:t>
          </a:r>
          <a:endParaRPr lang="es-ES" sz="1400" b="1" kern="1200" dirty="0"/>
        </a:p>
      </dsp:txBody>
      <dsp:txXfrm>
        <a:off x="3082675" y="2189807"/>
        <a:ext cx="827827" cy="1039051"/>
      </dsp:txXfrm>
    </dsp:sp>
    <dsp:sp modelId="{98D9DAD5-BDDA-4D13-8664-E7E96DD28933}">
      <dsp:nvSpPr>
        <dsp:cNvPr id="0" name=""/>
        <dsp:cNvSpPr/>
      </dsp:nvSpPr>
      <dsp:spPr>
        <a:xfrm>
          <a:off x="2233621" y="2284806"/>
          <a:ext cx="849053" cy="849053"/>
        </a:xfrm>
        <a:prstGeom prst="ellipse">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ca-ES" sz="1300" b="1" kern="1200" dirty="0"/>
            <a:t>10/2023</a:t>
          </a:r>
          <a:endParaRPr lang="es-ES" sz="1300" b="1" kern="1200" dirty="0"/>
        </a:p>
      </dsp:txBody>
      <dsp:txXfrm>
        <a:off x="2357962" y="2409147"/>
        <a:ext cx="600371" cy="600371"/>
      </dsp:txXfrm>
    </dsp:sp>
    <dsp:sp modelId="{8DAAFB58-07A3-4F69-95A3-C2D304145909}">
      <dsp:nvSpPr>
        <dsp:cNvPr id="0" name=""/>
        <dsp:cNvSpPr/>
      </dsp:nvSpPr>
      <dsp:spPr>
        <a:xfrm>
          <a:off x="4886914" y="1967153"/>
          <a:ext cx="1698107" cy="1484359"/>
        </a:xfrm>
        <a:prstGeom prst="rightArrow">
          <a:avLst>
            <a:gd name="adj1" fmla="val 70000"/>
            <a:gd name="adj2" fmla="val 50000"/>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8890" rIns="17780" bIns="8890" numCol="1" spcCol="1270" anchor="ctr" anchorCtr="0">
          <a:noAutofit/>
        </a:bodyPr>
        <a:lstStyle/>
        <a:p>
          <a:pPr marL="0" lvl="0" indent="0" algn="ctr" defTabSz="622300">
            <a:lnSpc>
              <a:spcPct val="90000"/>
            </a:lnSpc>
            <a:spcBef>
              <a:spcPct val="0"/>
            </a:spcBef>
            <a:spcAft>
              <a:spcPct val="35000"/>
            </a:spcAft>
            <a:buNone/>
          </a:pPr>
          <a:r>
            <a:rPr lang="ca-ES" sz="1400" b="1" kern="1200" dirty="0"/>
            <a:t>Específics Sectorials</a:t>
          </a:r>
          <a:endParaRPr lang="es-ES" sz="1400" b="1" kern="1200" dirty="0"/>
        </a:p>
      </dsp:txBody>
      <dsp:txXfrm>
        <a:off x="5311441" y="2189807"/>
        <a:ext cx="827827" cy="1039051"/>
      </dsp:txXfrm>
    </dsp:sp>
    <dsp:sp modelId="{8B177278-4E2C-443A-AAC6-C093D7D6CF7D}">
      <dsp:nvSpPr>
        <dsp:cNvPr id="0" name=""/>
        <dsp:cNvSpPr/>
      </dsp:nvSpPr>
      <dsp:spPr>
        <a:xfrm>
          <a:off x="4462387" y="2284806"/>
          <a:ext cx="849053" cy="849053"/>
        </a:xfrm>
        <a:prstGeom prst="ellipse">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ca-ES" sz="1300" b="1" kern="1200" dirty="0"/>
            <a:t>11/2024</a:t>
          </a:r>
          <a:endParaRPr lang="es-ES" sz="1300" b="1" kern="1200" dirty="0"/>
        </a:p>
      </dsp:txBody>
      <dsp:txXfrm>
        <a:off x="4586728" y="2409147"/>
        <a:ext cx="600371" cy="600371"/>
      </dsp:txXfrm>
    </dsp:sp>
    <dsp:sp modelId="{AA337D63-1B6E-4995-AAA1-F1FEC023CC9A}">
      <dsp:nvSpPr>
        <dsp:cNvPr id="0" name=""/>
        <dsp:cNvSpPr/>
      </dsp:nvSpPr>
      <dsp:spPr>
        <a:xfrm>
          <a:off x="7115681" y="1967153"/>
          <a:ext cx="1698107" cy="1484359"/>
        </a:xfrm>
        <a:prstGeom prst="rightArrow">
          <a:avLst>
            <a:gd name="adj1" fmla="val 70000"/>
            <a:gd name="adj2" fmla="val 50000"/>
          </a:avLst>
        </a:prstGeom>
        <a:solidFill>
          <a:schemeClr val="accent2">
            <a:tint val="40000"/>
            <a:alpha val="90000"/>
            <a:hueOff val="3769366"/>
            <a:satOff val="-3283"/>
            <a:lumOff val="-4"/>
            <a:alphaOff val="0"/>
          </a:schemeClr>
        </a:solidFill>
        <a:ln w="25400" cap="flat" cmpd="sng" algn="ctr">
          <a:solidFill>
            <a:schemeClr val="accent2">
              <a:tint val="40000"/>
              <a:alpha val="90000"/>
              <a:hueOff val="3769366"/>
              <a:satOff val="-3283"/>
              <a:lumOff val="-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8890" rIns="17780" bIns="8890" numCol="1" spcCol="1270" anchor="ctr" anchorCtr="0">
          <a:noAutofit/>
        </a:bodyPr>
        <a:lstStyle/>
        <a:p>
          <a:pPr marL="0" lvl="0" indent="0" algn="ctr" defTabSz="622300">
            <a:lnSpc>
              <a:spcPct val="90000"/>
            </a:lnSpc>
            <a:spcBef>
              <a:spcPct val="0"/>
            </a:spcBef>
            <a:spcAft>
              <a:spcPct val="35000"/>
            </a:spcAft>
            <a:buNone/>
          </a:pPr>
          <a:r>
            <a:rPr lang="ca-ES" sz="1400" b="1" kern="1200" dirty="0"/>
            <a:t>TPV</a:t>
          </a:r>
          <a:endParaRPr lang="es-ES" sz="1400" b="1" kern="1200" dirty="0"/>
        </a:p>
      </dsp:txBody>
      <dsp:txXfrm>
        <a:off x="7540207" y="2189807"/>
        <a:ext cx="827827" cy="1039051"/>
      </dsp:txXfrm>
    </dsp:sp>
    <dsp:sp modelId="{B8EEC60A-AB3C-4454-A493-3BA3B699EA92}">
      <dsp:nvSpPr>
        <dsp:cNvPr id="0" name=""/>
        <dsp:cNvSpPr/>
      </dsp:nvSpPr>
      <dsp:spPr>
        <a:xfrm>
          <a:off x="6691154" y="2284806"/>
          <a:ext cx="849053" cy="849053"/>
        </a:xfrm>
        <a:prstGeom prst="ellipse">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ca-ES" sz="1300" b="1" kern="1200" dirty="0"/>
            <a:t>01/2024</a:t>
          </a:r>
          <a:endParaRPr lang="es-ES" sz="1300" b="1" kern="1200" dirty="0"/>
        </a:p>
      </dsp:txBody>
      <dsp:txXfrm>
        <a:off x="6815495" y="2409147"/>
        <a:ext cx="600371" cy="600371"/>
      </dsp:txXfrm>
    </dsp:sp>
    <dsp:sp modelId="{5C6D2ED2-4DD0-4840-8A08-F250B67E8247}">
      <dsp:nvSpPr>
        <dsp:cNvPr id="0" name=""/>
        <dsp:cNvSpPr/>
      </dsp:nvSpPr>
      <dsp:spPr>
        <a:xfrm>
          <a:off x="9344447" y="1967153"/>
          <a:ext cx="1698107" cy="1484359"/>
        </a:xfrm>
        <a:prstGeom prst="rightArrow">
          <a:avLst>
            <a:gd name="adj1" fmla="val 70000"/>
            <a:gd name="adj2" fmla="val 50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8890" rIns="17780" bIns="8890" numCol="1" spcCol="1270" anchor="ctr" anchorCtr="0">
          <a:noAutofit/>
        </a:bodyPr>
        <a:lstStyle/>
        <a:p>
          <a:pPr marL="0" lvl="0" indent="0" algn="ctr" defTabSz="622300">
            <a:lnSpc>
              <a:spcPct val="90000"/>
            </a:lnSpc>
            <a:spcBef>
              <a:spcPct val="0"/>
            </a:spcBef>
            <a:spcAft>
              <a:spcPct val="35000"/>
            </a:spcAft>
            <a:buNone/>
          </a:pPr>
          <a:r>
            <a:rPr lang="ca-ES" sz="1400" b="1" kern="1200" dirty="0"/>
            <a:t>Utilitat migració històrics</a:t>
          </a:r>
          <a:endParaRPr lang="es-ES" sz="1400" b="1" kern="1200" dirty="0"/>
        </a:p>
      </dsp:txBody>
      <dsp:txXfrm>
        <a:off x="9768974" y="2189807"/>
        <a:ext cx="827827" cy="1039051"/>
      </dsp:txXfrm>
    </dsp:sp>
    <dsp:sp modelId="{F16A90B2-407B-4542-B879-FF3AA1225758}">
      <dsp:nvSpPr>
        <dsp:cNvPr id="0" name=""/>
        <dsp:cNvSpPr/>
      </dsp:nvSpPr>
      <dsp:spPr>
        <a:xfrm>
          <a:off x="8919920" y="2284806"/>
          <a:ext cx="849053" cy="849053"/>
        </a:xfrm>
        <a:prstGeom prst="ellipse">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ca-ES" sz="1300" b="1" kern="1200" dirty="0"/>
            <a:t>04/2024</a:t>
          </a:r>
          <a:endParaRPr lang="es-ES" sz="1300" b="1" kern="1200" dirty="0"/>
        </a:p>
      </dsp:txBody>
      <dsp:txXfrm>
        <a:off x="9044261" y="2409147"/>
        <a:ext cx="600371" cy="60037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31A904-91E5-4285-A62A-203744070468}" type="datetimeFigureOut">
              <a:rPr lang="es-ES" smtClean="0"/>
              <a:pPr/>
              <a:t>22/01/2024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E327E0-377D-4173-B2A8-04FBBA52BA8F}" type="slidenum">
              <a:rPr lang="es-ES" smtClean="0"/>
              <a:pPr/>
              <a:t>‹Nº›</a:t>
            </a:fld>
            <a:endParaRPr lang="es-ES"/>
          </a:p>
        </p:txBody>
      </p:sp>
    </p:spTree>
    <p:extLst>
      <p:ext uri="{BB962C8B-B14F-4D97-AF65-F5344CB8AC3E}">
        <p14:creationId xmlns:p14="http://schemas.microsoft.com/office/powerpoint/2010/main" val="3667488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8.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9.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9C68332D-40DC-467D-AE46-F0E7812690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450" b="11597"/>
          <a:stretch>
            <a:fillRect/>
          </a:stretch>
        </p:blipFill>
        <p:spPr bwMode="auto">
          <a:xfrm>
            <a:off x="0" y="1600200"/>
            <a:ext cx="12192000" cy="421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5">
            <a:extLst>
              <a:ext uri="{FF2B5EF4-FFF2-40B4-BE49-F238E27FC236}">
                <a16:creationId xmlns:a16="http://schemas.microsoft.com/office/drawing/2014/main" id="{69E58B4D-46BE-4BB0-8270-0281F2D3CBAB}"/>
              </a:ext>
            </a:extLst>
          </p:cNvPr>
          <p:cNvSpPr/>
          <p:nvPr/>
        </p:nvSpPr>
        <p:spPr>
          <a:xfrm>
            <a:off x="0" y="3706813"/>
            <a:ext cx="4846638" cy="1336675"/>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pic>
        <p:nvPicPr>
          <p:cNvPr id="7" name="Imagen 10">
            <a:extLst>
              <a:ext uri="{FF2B5EF4-FFF2-40B4-BE49-F238E27FC236}">
                <a16:creationId xmlns:a16="http://schemas.microsoft.com/office/drawing/2014/main" id="{827ED562-76BD-4A7B-8A9A-5783500336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0475" y="6080125"/>
            <a:ext cx="15144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11">
            <a:extLst>
              <a:ext uri="{FF2B5EF4-FFF2-40B4-BE49-F238E27FC236}">
                <a16:creationId xmlns:a16="http://schemas.microsoft.com/office/drawing/2014/main" id="{EB9513CF-ECD1-4C82-8A8F-E0C98CF632A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55313" y="5972175"/>
            <a:ext cx="71755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5489033" y="350097"/>
            <a:ext cx="5888052" cy="523028"/>
          </a:xfrm>
        </p:spPr>
        <p:txBody>
          <a:bodyPr anchor="b">
            <a:normAutofit/>
          </a:bodyPr>
          <a:lstStyle>
            <a:lvl1pPr algn="r">
              <a:defRPr sz="1400" b="0">
                <a:solidFill>
                  <a:srgbClr val="404040"/>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732684" y="3978821"/>
            <a:ext cx="3878179" cy="960648"/>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pic>
        <p:nvPicPr>
          <p:cNvPr id="11" name="Picture 10" descr="Logo Auren transparente con claim_CAT">
            <a:extLst>
              <a:ext uri="{FF2B5EF4-FFF2-40B4-BE49-F238E27FC236}">
                <a16:creationId xmlns:a16="http://schemas.microsoft.com/office/drawing/2014/main" id="{FA844C46-1137-4DBD-A68B-335CCB819583}"/>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01652" y="234729"/>
            <a:ext cx="2279256" cy="1136693"/>
          </a:xfrm>
          <a:prstGeom prst="rect">
            <a:avLst/>
          </a:prstGeom>
          <a:solidFill>
            <a:schemeClr val="bg1"/>
          </a:solidFill>
          <a:ln>
            <a:noFill/>
          </a:ln>
        </p:spPr>
      </p:pic>
    </p:spTree>
    <p:extLst>
      <p:ext uri="{BB962C8B-B14F-4D97-AF65-F5344CB8AC3E}">
        <p14:creationId xmlns:p14="http://schemas.microsoft.com/office/powerpoint/2010/main" val="2223880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88900D00-137D-43EF-8640-98699DB3866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745" r="14789"/>
          <a:stretch>
            <a:fillRect/>
          </a:stretch>
        </p:blipFill>
        <p:spPr bwMode="auto">
          <a:xfrm>
            <a:off x="5451475" y="1346200"/>
            <a:ext cx="5926138" cy="435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4">
            <a:extLst>
              <a:ext uri="{FF2B5EF4-FFF2-40B4-BE49-F238E27FC236}">
                <a16:creationId xmlns:a16="http://schemas.microsoft.com/office/drawing/2014/main" id="{D0AD19A0-0D88-47CF-B30F-A3B46363081A}"/>
              </a:ext>
            </a:extLst>
          </p:cNvPr>
          <p:cNvSpPr/>
          <p:nvPr userDrawn="1"/>
        </p:nvSpPr>
        <p:spPr>
          <a:xfrm>
            <a:off x="0" y="0"/>
            <a:ext cx="6096000" cy="6858000"/>
          </a:xfrm>
          <a:prstGeom prst="rect">
            <a:avLst/>
          </a:prstGeom>
          <a:solidFill>
            <a:srgbClr val="8C8C8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pic>
        <p:nvPicPr>
          <p:cNvPr id="7" name="Imagen 8">
            <a:extLst>
              <a:ext uri="{FF2B5EF4-FFF2-40B4-BE49-F238E27FC236}">
                <a16:creationId xmlns:a16="http://schemas.microsoft.com/office/drawing/2014/main" id="{7F6F3216-1307-47B8-B72D-E60ED1C42C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67937" y="365127"/>
            <a:ext cx="5132461" cy="1281111"/>
          </a:xfrm>
        </p:spPr>
        <p:txBody>
          <a:bodyPr/>
          <a:lstStyle>
            <a:lvl1pPr>
              <a:defRPr>
                <a:solidFill>
                  <a:schemeClr val="bg1"/>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7938" y="1825625"/>
            <a:ext cx="4893180" cy="3361672"/>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s-ES"/>
              <a:t>Haga clic para modificar los estilos de texto del patrón</a:t>
            </a:r>
          </a:p>
        </p:txBody>
      </p:sp>
      <p:sp>
        <p:nvSpPr>
          <p:cNvPr id="10" name="Slide Number Placeholder 6">
            <a:extLst>
              <a:ext uri="{FF2B5EF4-FFF2-40B4-BE49-F238E27FC236}">
                <a16:creationId xmlns:a16="http://schemas.microsoft.com/office/drawing/2014/main" id="{270B2F60-C881-4281-B244-3AF64627BE7D}"/>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888361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6DF1321B-CEEA-4F82-AA92-22E5237594D7}"/>
              </a:ext>
            </a:extLst>
          </p:cNvPr>
          <p:cNvSpPr/>
          <p:nvPr userDrawn="1"/>
        </p:nvSpPr>
        <p:spPr>
          <a:xfrm>
            <a:off x="6080760" y="0"/>
            <a:ext cx="6096000" cy="6858000"/>
          </a:xfrm>
          <a:prstGeom prst="rect">
            <a:avLst/>
          </a:prstGeom>
          <a:solidFill>
            <a:srgbClr val="8C8C8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pic>
        <p:nvPicPr>
          <p:cNvPr id="7" name="Imagen 9">
            <a:extLst>
              <a:ext uri="{FF2B5EF4-FFF2-40B4-BE49-F238E27FC236}">
                <a16:creationId xmlns:a16="http://schemas.microsoft.com/office/drawing/2014/main" id="{C7B967AC-BC7A-4FF1-BD7B-0E8990895E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073" y="365125"/>
            <a:ext cx="3646487" cy="547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Imagen 8">
            <a:extLst>
              <a:ext uri="{FF2B5EF4-FFF2-40B4-BE49-F238E27FC236}">
                <a16:creationId xmlns:a16="http://schemas.microsoft.com/office/drawing/2014/main" id="{92C1C87E-ECB7-49F5-BE25-2D2768944142}"/>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237788" y="6029325"/>
            <a:ext cx="11398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Slide Number Placeholder 6">
            <a:extLst>
              <a:ext uri="{FF2B5EF4-FFF2-40B4-BE49-F238E27FC236}">
                <a16:creationId xmlns:a16="http://schemas.microsoft.com/office/drawing/2014/main" id="{A02EF9D1-75C9-4A0C-A75A-469548F8876E}"/>
              </a:ext>
            </a:extLst>
          </p:cNvPr>
          <p:cNvSpPr>
            <a:spLocks noGrp="1"/>
          </p:cNvSpPr>
          <p:nvPr>
            <p:ph type="sldNum" sz="quarter" idx="12"/>
          </p:nvPr>
        </p:nvSpPr>
        <p:spPr>
          <a:xfrm>
            <a:off x="9331035" y="6402530"/>
            <a:ext cx="2743200" cy="365125"/>
          </a:xfrm>
        </p:spPr>
        <p:txBody>
          <a:bodyPr/>
          <a:lstStyle>
            <a:lvl1pPr>
              <a:defRPr sz="900">
                <a:solidFill>
                  <a:schemeClr val="bg1"/>
                </a:solidFill>
                <a:latin typeface="Open Sans" panose="020B0606030504020204"/>
              </a:defRPr>
            </a:lvl1pPr>
          </a:lstStyle>
          <a:p>
            <a:pPr>
              <a:defRPr/>
            </a:pPr>
            <a:fld id="{5DC84F4C-A323-48BB-98BE-E3BEBA87E2C3}" type="slidenum">
              <a:rPr lang="es-ES" smtClean="0"/>
              <a:pPr>
                <a:defRPr/>
              </a:pPr>
              <a:t>‹Nº›</a:t>
            </a:fld>
            <a:endParaRPr lang="es-ES"/>
          </a:p>
        </p:txBody>
      </p:sp>
    </p:spTree>
    <p:extLst>
      <p:ext uri="{BB962C8B-B14F-4D97-AF65-F5344CB8AC3E}">
        <p14:creationId xmlns:p14="http://schemas.microsoft.com/office/powerpoint/2010/main" val="857848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476990F5-8253-468A-8B12-2617A5DC5FAA}"/>
              </a:ext>
            </a:extLst>
          </p:cNvPr>
          <p:cNvSpPr txBox="1">
            <a:spLocks noChangeArrowheads="1"/>
          </p:cNvSpPr>
          <p:nvPr/>
        </p:nvSpPr>
        <p:spPr bwMode="auto">
          <a:xfrm>
            <a:off x="730250" y="6288088"/>
            <a:ext cx="2976563" cy="276225"/>
          </a:xfrm>
          <a:prstGeom prst="rect">
            <a:avLst/>
          </a:prstGeom>
          <a:noFill/>
          <a:ln>
            <a:noFill/>
          </a:ln>
        </p:spPr>
        <p:txBody>
          <a:bodyPr>
            <a:spAutoFit/>
          </a:bodyPr>
          <a:lstStyle>
            <a:lvl1pPr>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9pPr>
          </a:lstStyle>
          <a:p>
            <a:pPr eaLnBrk="1" fontAlgn="auto" hangingPunct="1">
              <a:spcBef>
                <a:spcPct val="0"/>
              </a:spcBef>
              <a:spcAft>
                <a:spcPts val="0"/>
              </a:spcAft>
              <a:buFontTx/>
              <a:buNone/>
              <a:defRPr/>
            </a:pPr>
            <a:r>
              <a:rPr lang="es-ES_tradnl" altLang="es-ES" baseline="30000" dirty="0">
                <a:solidFill>
                  <a:srgbClr val="404040"/>
                </a:solidFill>
                <a:latin typeface="Open Sans" panose="020B0606030504020204" pitchFamily="34" charset="0"/>
                <a:cs typeface="Open Sans" panose="020B0606030504020204" pitchFamily="34" charset="0"/>
              </a:rPr>
              <a:t>www.auren.com</a:t>
            </a:r>
          </a:p>
        </p:txBody>
      </p:sp>
      <p:sp>
        <p:nvSpPr>
          <p:cNvPr id="5" name="Rectángulo 4">
            <a:extLst>
              <a:ext uri="{FF2B5EF4-FFF2-40B4-BE49-F238E27FC236}">
                <a16:creationId xmlns:a16="http://schemas.microsoft.com/office/drawing/2014/main" id="{01A0656E-ED9C-4F4C-9E79-BD90A22740EC}"/>
              </a:ext>
            </a:extLst>
          </p:cNvPr>
          <p:cNvSpPr/>
          <p:nvPr/>
        </p:nvSpPr>
        <p:spPr>
          <a:xfrm flipV="1">
            <a:off x="838200" y="1682750"/>
            <a:ext cx="6426200" cy="4603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pic>
        <p:nvPicPr>
          <p:cNvPr id="6" name="Imagen 8">
            <a:extLst>
              <a:ext uri="{FF2B5EF4-FFF2-40B4-BE49-F238E27FC236}">
                <a16:creationId xmlns:a16="http://schemas.microsoft.com/office/drawing/2014/main" id="{238811BF-F27F-48B4-A6B1-B9DB330E56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9">
            <a:extLst>
              <a:ext uri="{FF2B5EF4-FFF2-40B4-BE49-F238E27FC236}">
                <a16:creationId xmlns:a16="http://schemas.microsoft.com/office/drawing/2014/main" id="{C7B967AC-BC7A-4FF1-BD7B-0E8990895E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365125"/>
            <a:ext cx="3646487" cy="547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24253" y="365127"/>
            <a:ext cx="6539672" cy="1294847"/>
          </a:xfrm>
        </p:spPr>
        <p:txBody>
          <a:bodyPr/>
          <a:lstStyle>
            <a:lvl1pPr>
              <a:defRPr>
                <a:solidFill>
                  <a:srgbClr val="404040"/>
                </a:solidFill>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724253" y="2020298"/>
            <a:ext cx="6539672" cy="3975729"/>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0" name="Slide Number Placeholder 6">
            <a:extLst>
              <a:ext uri="{FF2B5EF4-FFF2-40B4-BE49-F238E27FC236}">
                <a16:creationId xmlns:a16="http://schemas.microsoft.com/office/drawing/2014/main" id="{39EB85F2-B721-4016-BE2D-637374212CBA}"/>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3031006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D4D82C57-6A4C-4EE1-9BCD-64548F937D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800" y="1150938"/>
            <a:ext cx="5880100"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4">
            <a:extLst>
              <a:ext uri="{FF2B5EF4-FFF2-40B4-BE49-F238E27FC236}">
                <a16:creationId xmlns:a16="http://schemas.microsoft.com/office/drawing/2014/main" id="{8C34A5B7-4166-4E45-9F17-7593B6B3A2DD}"/>
              </a:ext>
            </a:extLst>
          </p:cNvPr>
          <p:cNvSpPr/>
          <p:nvPr/>
        </p:nvSpPr>
        <p:spPr>
          <a:xfrm>
            <a:off x="6096000" y="0"/>
            <a:ext cx="6096000" cy="6858000"/>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dirty="0">
              <a:solidFill>
                <a:srgbClr val="E32717"/>
              </a:solidFill>
            </a:endParaRPr>
          </a:p>
        </p:txBody>
      </p:sp>
      <p:pic>
        <p:nvPicPr>
          <p:cNvPr id="7" name="Imagen 8">
            <a:extLst>
              <a:ext uri="{FF2B5EF4-FFF2-40B4-BE49-F238E27FC236}">
                <a16:creationId xmlns:a16="http://schemas.microsoft.com/office/drawing/2014/main" id="{A86C41AC-BD5A-4C6A-B622-688CC17BF51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37788" y="6029325"/>
            <a:ext cx="11398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473004" y="1392964"/>
            <a:ext cx="4921013" cy="715837"/>
          </a:xfrm>
        </p:spPr>
        <p:txBody>
          <a:bodyPr anchor="b">
            <a:normAutofit/>
          </a:bodyPr>
          <a:lstStyle>
            <a:lvl1pPr>
              <a:defRPr sz="2400">
                <a:solidFill>
                  <a:schemeClr val="bg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473004" y="2436208"/>
            <a:ext cx="5001149" cy="2853639"/>
          </a:xfrm>
        </p:spPr>
        <p:txBody>
          <a:bodyPr>
            <a:normAutofit/>
          </a:bodyPr>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11" name="Slide Number Placeholder 6">
            <a:extLst>
              <a:ext uri="{FF2B5EF4-FFF2-40B4-BE49-F238E27FC236}">
                <a16:creationId xmlns:a16="http://schemas.microsoft.com/office/drawing/2014/main" id="{0CFB6D98-55A2-447E-ACEA-19754F7E05FA}"/>
              </a:ext>
            </a:extLst>
          </p:cNvPr>
          <p:cNvSpPr>
            <a:spLocks noGrp="1"/>
          </p:cNvSpPr>
          <p:nvPr>
            <p:ph type="sldNum" sz="quarter" idx="12"/>
          </p:nvPr>
        </p:nvSpPr>
        <p:spPr>
          <a:xfrm>
            <a:off x="9331035" y="6402530"/>
            <a:ext cx="2743200" cy="365125"/>
          </a:xfrm>
        </p:spPr>
        <p:txBody>
          <a:bodyPr/>
          <a:lstStyle>
            <a:lvl1pPr>
              <a:defRPr sz="900">
                <a:solidFill>
                  <a:schemeClr val="bg1"/>
                </a:solidFill>
                <a:latin typeface="Open Sans" panose="020B0606030504020204"/>
              </a:defRPr>
            </a:lvl1pPr>
          </a:lstStyle>
          <a:p>
            <a:pPr>
              <a:defRPr/>
            </a:pPr>
            <a:fld id="{5DC84F4C-A323-48BB-98BE-E3BEBA87E2C3}" type="slidenum">
              <a:rPr lang="es-ES" smtClean="0"/>
              <a:pPr>
                <a:defRPr/>
              </a:pPr>
              <a:t>‹Nº›</a:t>
            </a:fld>
            <a:endParaRPr lang="es-ES"/>
          </a:p>
        </p:txBody>
      </p:sp>
    </p:spTree>
    <p:extLst>
      <p:ext uri="{BB962C8B-B14F-4D97-AF65-F5344CB8AC3E}">
        <p14:creationId xmlns:p14="http://schemas.microsoft.com/office/powerpoint/2010/main" val="2034114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C7EA3E6-A00A-4379-8E6A-2B425A86E405}"/>
              </a:ext>
            </a:extLst>
          </p:cNvPr>
          <p:cNvSpPr/>
          <p:nvPr/>
        </p:nvSpPr>
        <p:spPr>
          <a:xfrm>
            <a:off x="719138" y="498475"/>
            <a:ext cx="5499100" cy="1036638"/>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pic>
        <p:nvPicPr>
          <p:cNvPr id="7" name="Imagen 8">
            <a:extLst>
              <a:ext uri="{FF2B5EF4-FFF2-40B4-BE49-F238E27FC236}">
                <a16:creationId xmlns:a16="http://schemas.microsoft.com/office/drawing/2014/main" id="{A7DB8935-45FC-4466-B735-C80E426F26E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9">
            <a:extLst>
              <a:ext uri="{FF2B5EF4-FFF2-40B4-BE49-F238E27FC236}">
                <a16:creationId xmlns:a16="http://schemas.microsoft.com/office/drawing/2014/main" id="{524F6F21-0F30-4B26-A9FE-76AA737EA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188" r="16035"/>
          <a:stretch>
            <a:fillRect/>
          </a:stretch>
        </p:blipFill>
        <p:spPr bwMode="auto">
          <a:xfrm>
            <a:off x="6559550" y="498475"/>
            <a:ext cx="5632450" cy="508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956210" y="412775"/>
            <a:ext cx="5025065" cy="1163637"/>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4" name="Content Placeholder 3"/>
          <p:cNvSpPr>
            <a:spLocks noGrp="1"/>
          </p:cNvSpPr>
          <p:nvPr>
            <p:ph sz="half" idx="2"/>
          </p:nvPr>
        </p:nvSpPr>
        <p:spPr>
          <a:xfrm>
            <a:off x="634689" y="1984399"/>
            <a:ext cx="5583129"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2" name="Slide Number Placeholder 6">
            <a:extLst>
              <a:ext uri="{FF2B5EF4-FFF2-40B4-BE49-F238E27FC236}">
                <a16:creationId xmlns:a16="http://schemas.microsoft.com/office/drawing/2014/main" id="{CC955F89-EE79-4072-B41C-8763A426A20C}"/>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361755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pic>
        <p:nvPicPr>
          <p:cNvPr id="4" name="Imagen 5">
            <a:extLst>
              <a:ext uri="{FF2B5EF4-FFF2-40B4-BE49-F238E27FC236}">
                <a16:creationId xmlns:a16="http://schemas.microsoft.com/office/drawing/2014/main" id="{2777FDD9-ACDE-42C0-B8E8-1BEE9AF4C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4775" y="498475"/>
            <a:ext cx="3263900"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a:extLst>
              <a:ext uri="{FF2B5EF4-FFF2-40B4-BE49-F238E27FC236}">
                <a16:creationId xmlns:a16="http://schemas.microsoft.com/office/drawing/2014/main" id="{A666FA68-5E66-43FF-A375-ECB6BE74F49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a:extLst>
              <a:ext uri="{FF2B5EF4-FFF2-40B4-BE49-F238E27FC236}">
                <a16:creationId xmlns:a16="http://schemas.microsoft.com/office/drawing/2014/main" id="{649F9D14-14E4-4A56-A115-0C8533DDA200}"/>
              </a:ext>
            </a:extLst>
          </p:cNvPr>
          <p:cNvSpPr/>
          <p:nvPr/>
        </p:nvSpPr>
        <p:spPr>
          <a:xfrm>
            <a:off x="719138" y="498475"/>
            <a:ext cx="5499100" cy="1036638"/>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sp>
        <p:nvSpPr>
          <p:cNvPr id="14" name="Content Placeholder 3"/>
          <p:cNvSpPr>
            <a:spLocks noGrp="1"/>
          </p:cNvSpPr>
          <p:nvPr>
            <p:ph sz="half" idx="2"/>
          </p:nvPr>
        </p:nvSpPr>
        <p:spPr>
          <a:xfrm>
            <a:off x="634690" y="1984399"/>
            <a:ext cx="10719111"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5" name="Title 1"/>
          <p:cNvSpPr>
            <a:spLocks noGrp="1"/>
          </p:cNvSpPr>
          <p:nvPr>
            <p:ph type="title"/>
          </p:nvPr>
        </p:nvSpPr>
        <p:spPr>
          <a:xfrm>
            <a:off x="956210" y="498474"/>
            <a:ext cx="5025065" cy="1036638"/>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11" name="Slide Number Placeholder 6">
            <a:extLst>
              <a:ext uri="{FF2B5EF4-FFF2-40B4-BE49-F238E27FC236}">
                <a16:creationId xmlns:a16="http://schemas.microsoft.com/office/drawing/2014/main" id="{F69716E7-7673-4FC2-BC9D-0D4AFF6B9B8C}"/>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998047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mparación">
    <p:spTree>
      <p:nvGrpSpPr>
        <p:cNvPr id="1" name=""/>
        <p:cNvGrpSpPr/>
        <p:nvPr/>
      </p:nvGrpSpPr>
      <p:grpSpPr>
        <a:xfrm>
          <a:off x="0" y="0"/>
          <a:ext cx="0" cy="0"/>
          <a:chOff x="0" y="0"/>
          <a:chExt cx="0" cy="0"/>
        </a:xfrm>
      </p:grpSpPr>
      <p:pic>
        <p:nvPicPr>
          <p:cNvPr id="5" name="Imagen 8">
            <a:extLst>
              <a:ext uri="{FF2B5EF4-FFF2-40B4-BE49-F238E27FC236}">
                <a16:creationId xmlns:a16="http://schemas.microsoft.com/office/drawing/2014/main" id="{C9E5F76E-4EF2-41EF-9D9F-8C088DDBF7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a:extLst>
              <a:ext uri="{FF2B5EF4-FFF2-40B4-BE49-F238E27FC236}">
                <a16:creationId xmlns:a16="http://schemas.microsoft.com/office/drawing/2014/main" id="{BF0583D0-2A0B-4D93-B9B1-48E76170C0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896" r="7578"/>
          <a:stretch>
            <a:fillRect/>
          </a:stretch>
        </p:blipFill>
        <p:spPr bwMode="auto">
          <a:xfrm>
            <a:off x="6559550" y="498475"/>
            <a:ext cx="5632450" cy="510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a:extLst>
              <a:ext uri="{FF2B5EF4-FFF2-40B4-BE49-F238E27FC236}">
                <a16:creationId xmlns:a16="http://schemas.microsoft.com/office/drawing/2014/main" id="{23901CE7-D9DB-41CE-9695-4F6B4327351A}"/>
              </a:ext>
            </a:extLst>
          </p:cNvPr>
          <p:cNvSpPr/>
          <p:nvPr/>
        </p:nvSpPr>
        <p:spPr>
          <a:xfrm>
            <a:off x="719138" y="498475"/>
            <a:ext cx="5499100" cy="1036638"/>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sp>
        <p:nvSpPr>
          <p:cNvPr id="18" name="Title 1"/>
          <p:cNvSpPr>
            <a:spLocks noGrp="1"/>
          </p:cNvSpPr>
          <p:nvPr>
            <p:ph type="title"/>
          </p:nvPr>
        </p:nvSpPr>
        <p:spPr>
          <a:xfrm>
            <a:off x="956210" y="498474"/>
            <a:ext cx="5025065" cy="1036638"/>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19" name="Content Placeholder 3"/>
          <p:cNvSpPr>
            <a:spLocks noGrp="1"/>
          </p:cNvSpPr>
          <p:nvPr>
            <p:ph sz="half" idx="2"/>
          </p:nvPr>
        </p:nvSpPr>
        <p:spPr>
          <a:xfrm>
            <a:off x="634689" y="1984399"/>
            <a:ext cx="5583129"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1" name="Slide Number Placeholder 6">
            <a:extLst>
              <a:ext uri="{FF2B5EF4-FFF2-40B4-BE49-F238E27FC236}">
                <a16:creationId xmlns:a16="http://schemas.microsoft.com/office/drawing/2014/main" id="{218C66D8-1BB9-464D-97F4-9786E6A0CB9A}"/>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3240894049"/>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pic>
        <p:nvPicPr>
          <p:cNvPr id="5" name="Imagen 9">
            <a:extLst>
              <a:ext uri="{FF2B5EF4-FFF2-40B4-BE49-F238E27FC236}">
                <a16:creationId xmlns:a16="http://schemas.microsoft.com/office/drawing/2014/main" id="{AF42EE8A-46DB-4C5A-96B9-C630BEA61C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4775" y="498475"/>
            <a:ext cx="3276600"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a:extLst>
              <a:ext uri="{FF2B5EF4-FFF2-40B4-BE49-F238E27FC236}">
                <a16:creationId xmlns:a16="http://schemas.microsoft.com/office/drawing/2014/main" id="{D51CFD68-11E3-4E28-8C40-A385CCA58ED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a:extLst>
              <a:ext uri="{FF2B5EF4-FFF2-40B4-BE49-F238E27FC236}">
                <a16:creationId xmlns:a16="http://schemas.microsoft.com/office/drawing/2014/main" id="{B1BDCA41-54FE-49C7-A497-A271D7705F08}"/>
              </a:ext>
            </a:extLst>
          </p:cNvPr>
          <p:cNvSpPr/>
          <p:nvPr/>
        </p:nvSpPr>
        <p:spPr>
          <a:xfrm>
            <a:off x="719138" y="498475"/>
            <a:ext cx="5499100" cy="1036638"/>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sp>
        <p:nvSpPr>
          <p:cNvPr id="14" name="Content Placeholder 3"/>
          <p:cNvSpPr>
            <a:spLocks noGrp="1"/>
          </p:cNvSpPr>
          <p:nvPr>
            <p:ph sz="half" idx="2"/>
          </p:nvPr>
        </p:nvSpPr>
        <p:spPr>
          <a:xfrm>
            <a:off x="634690" y="1984399"/>
            <a:ext cx="10719111"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6" name="Title 1"/>
          <p:cNvSpPr>
            <a:spLocks noGrp="1"/>
          </p:cNvSpPr>
          <p:nvPr>
            <p:ph type="title"/>
          </p:nvPr>
        </p:nvSpPr>
        <p:spPr>
          <a:xfrm>
            <a:off x="956210" y="498474"/>
            <a:ext cx="5025065" cy="1036638"/>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11" name="Slide Number Placeholder 6">
            <a:extLst>
              <a:ext uri="{FF2B5EF4-FFF2-40B4-BE49-F238E27FC236}">
                <a16:creationId xmlns:a16="http://schemas.microsoft.com/office/drawing/2014/main" id="{3954B953-4DB0-4958-B189-4AEC2CAB8D7A}"/>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3298413931"/>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mparación">
    <p:spTree>
      <p:nvGrpSpPr>
        <p:cNvPr id="1" name=""/>
        <p:cNvGrpSpPr/>
        <p:nvPr/>
      </p:nvGrpSpPr>
      <p:grpSpPr>
        <a:xfrm>
          <a:off x="0" y="0"/>
          <a:ext cx="0" cy="0"/>
          <a:chOff x="0" y="0"/>
          <a:chExt cx="0" cy="0"/>
        </a:xfrm>
      </p:grpSpPr>
      <p:pic>
        <p:nvPicPr>
          <p:cNvPr id="5" name="Imagen 7">
            <a:extLst>
              <a:ext uri="{FF2B5EF4-FFF2-40B4-BE49-F238E27FC236}">
                <a16:creationId xmlns:a16="http://schemas.microsoft.com/office/drawing/2014/main" id="{95778C61-7AFD-42F1-B19E-6C0DAF9713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431" r="-2"/>
          <a:stretch>
            <a:fillRect/>
          </a:stretch>
        </p:blipFill>
        <p:spPr bwMode="auto">
          <a:xfrm>
            <a:off x="6559550" y="498475"/>
            <a:ext cx="5632450" cy="510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5">
            <a:extLst>
              <a:ext uri="{FF2B5EF4-FFF2-40B4-BE49-F238E27FC236}">
                <a16:creationId xmlns:a16="http://schemas.microsoft.com/office/drawing/2014/main" id="{7FBA86A2-BB3C-4E64-8186-993DC6EFFFD7}"/>
              </a:ext>
            </a:extLst>
          </p:cNvPr>
          <p:cNvSpPr/>
          <p:nvPr/>
        </p:nvSpPr>
        <p:spPr>
          <a:xfrm>
            <a:off x="719138" y="498475"/>
            <a:ext cx="5499100" cy="1036638"/>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sp>
        <p:nvSpPr>
          <p:cNvPr id="14" name="Title 1"/>
          <p:cNvSpPr>
            <a:spLocks noGrp="1"/>
          </p:cNvSpPr>
          <p:nvPr>
            <p:ph type="title"/>
          </p:nvPr>
        </p:nvSpPr>
        <p:spPr>
          <a:xfrm>
            <a:off x="956210" y="412775"/>
            <a:ext cx="5025065" cy="1163637"/>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15" name="Content Placeholder 3"/>
          <p:cNvSpPr>
            <a:spLocks noGrp="1"/>
          </p:cNvSpPr>
          <p:nvPr>
            <p:ph sz="half" idx="2"/>
          </p:nvPr>
        </p:nvSpPr>
        <p:spPr>
          <a:xfrm>
            <a:off x="634689" y="1984399"/>
            <a:ext cx="5583129"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0" name="Slide Number Placeholder 6">
            <a:extLst>
              <a:ext uri="{FF2B5EF4-FFF2-40B4-BE49-F238E27FC236}">
                <a16:creationId xmlns:a16="http://schemas.microsoft.com/office/drawing/2014/main" id="{5155A4E0-F243-4ADF-8774-516022A65B82}"/>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1058650360"/>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Solo el título">
    <p:spTree>
      <p:nvGrpSpPr>
        <p:cNvPr id="1" name=""/>
        <p:cNvGrpSpPr/>
        <p:nvPr/>
      </p:nvGrpSpPr>
      <p:grpSpPr>
        <a:xfrm>
          <a:off x="0" y="0"/>
          <a:ext cx="0" cy="0"/>
          <a:chOff x="0" y="0"/>
          <a:chExt cx="0" cy="0"/>
        </a:xfrm>
      </p:grpSpPr>
      <p:pic>
        <p:nvPicPr>
          <p:cNvPr id="5" name="Imagen 9">
            <a:extLst>
              <a:ext uri="{FF2B5EF4-FFF2-40B4-BE49-F238E27FC236}">
                <a16:creationId xmlns:a16="http://schemas.microsoft.com/office/drawing/2014/main" id="{3FB40892-B798-4A4A-9721-0E7F9D2F9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4775" y="498475"/>
            <a:ext cx="3289300"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a:extLst>
              <a:ext uri="{FF2B5EF4-FFF2-40B4-BE49-F238E27FC236}">
                <a16:creationId xmlns:a16="http://schemas.microsoft.com/office/drawing/2014/main" id="{63CADA4C-1FA9-4AC0-9049-209FA704F1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a:extLst>
              <a:ext uri="{FF2B5EF4-FFF2-40B4-BE49-F238E27FC236}">
                <a16:creationId xmlns:a16="http://schemas.microsoft.com/office/drawing/2014/main" id="{C0ACDE82-4961-4452-8397-C850B90B6369}"/>
              </a:ext>
            </a:extLst>
          </p:cNvPr>
          <p:cNvSpPr/>
          <p:nvPr/>
        </p:nvSpPr>
        <p:spPr>
          <a:xfrm>
            <a:off x="719138" y="498475"/>
            <a:ext cx="5499100" cy="1036638"/>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sp>
        <p:nvSpPr>
          <p:cNvPr id="14" name="Content Placeholder 3"/>
          <p:cNvSpPr>
            <a:spLocks noGrp="1"/>
          </p:cNvSpPr>
          <p:nvPr>
            <p:ph sz="half" idx="2"/>
          </p:nvPr>
        </p:nvSpPr>
        <p:spPr>
          <a:xfrm>
            <a:off x="634690" y="1984399"/>
            <a:ext cx="10719111"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6" name="Title 1"/>
          <p:cNvSpPr>
            <a:spLocks noGrp="1"/>
          </p:cNvSpPr>
          <p:nvPr>
            <p:ph type="title"/>
          </p:nvPr>
        </p:nvSpPr>
        <p:spPr>
          <a:xfrm>
            <a:off x="956210" y="498474"/>
            <a:ext cx="5025065" cy="1036638"/>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11" name="Slide Number Placeholder 6">
            <a:extLst>
              <a:ext uri="{FF2B5EF4-FFF2-40B4-BE49-F238E27FC236}">
                <a16:creationId xmlns:a16="http://schemas.microsoft.com/office/drawing/2014/main" id="{08CB3B06-9E3C-47FA-A265-3DC2796A601B}"/>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2767941781"/>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omparación">
    <p:spTree>
      <p:nvGrpSpPr>
        <p:cNvPr id="1" name=""/>
        <p:cNvGrpSpPr/>
        <p:nvPr/>
      </p:nvGrpSpPr>
      <p:grpSpPr>
        <a:xfrm>
          <a:off x="0" y="0"/>
          <a:ext cx="0" cy="0"/>
          <a:chOff x="0" y="0"/>
          <a:chExt cx="0" cy="0"/>
        </a:xfrm>
      </p:grpSpPr>
      <p:pic>
        <p:nvPicPr>
          <p:cNvPr id="5" name="Imagen 8">
            <a:extLst>
              <a:ext uri="{FF2B5EF4-FFF2-40B4-BE49-F238E27FC236}">
                <a16:creationId xmlns:a16="http://schemas.microsoft.com/office/drawing/2014/main" id="{400BC793-FC5B-4EF8-8C21-65A6EFCBC4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a:extLst>
              <a:ext uri="{FF2B5EF4-FFF2-40B4-BE49-F238E27FC236}">
                <a16:creationId xmlns:a16="http://schemas.microsoft.com/office/drawing/2014/main" id="{4880C3D4-9537-4188-85D7-969E08F8F1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103" r="14536"/>
          <a:stretch>
            <a:fillRect/>
          </a:stretch>
        </p:blipFill>
        <p:spPr bwMode="auto">
          <a:xfrm>
            <a:off x="6559550" y="498475"/>
            <a:ext cx="5632450" cy="510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a:extLst>
              <a:ext uri="{FF2B5EF4-FFF2-40B4-BE49-F238E27FC236}">
                <a16:creationId xmlns:a16="http://schemas.microsoft.com/office/drawing/2014/main" id="{414B7B70-5248-4B86-92E3-0B9F8C07F4BF}"/>
              </a:ext>
            </a:extLst>
          </p:cNvPr>
          <p:cNvSpPr/>
          <p:nvPr/>
        </p:nvSpPr>
        <p:spPr>
          <a:xfrm>
            <a:off x="719138" y="498475"/>
            <a:ext cx="5499100" cy="1036638"/>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sp>
        <p:nvSpPr>
          <p:cNvPr id="16" name="Title 1"/>
          <p:cNvSpPr>
            <a:spLocks noGrp="1"/>
          </p:cNvSpPr>
          <p:nvPr>
            <p:ph type="title"/>
          </p:nvPr>
        </p:nvSpPr>
        <p:spPr>
          <a:xfrm>
            <a:off x="956210" y="412775"/>
            <a:ext cx="5025065" cy="1163637"/>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17" name="Content Placeholder 3"/>
          <p:cNvSpPr>
            <a:spLocks noGrp="1"/>
          </p:cNvSpPr>
          <p:nvPr>
            <p:ph sz="half" idx="2"/>
          </p:nvPr>
        </p:nvSpPr>
        <p:spPr>
          <a:xfrm>
            <a:off x="634689" y="1984399"/>
            <a:ext cx="5583129"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1" name="Slide Number Placeholder 6">
            <a:extLst>
              <a:ext uri="{FF2B5EF4-FFF2-40B4-BE49-F238E27FC236}">
                <a16:creationId xmlns:a16="http://schemas.microsoft.com/office/drawing/2014/main" id="{0BA9A8D1-AD52-44A6-A9D4-09959D96CFC3}"/>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3696272066"/>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olo el título">
    <p:spTree>
      <p:nvGrpSpPr>
        <p:cNvPr id="1" name=""/>
        <p:cNvGrpSpPr/>
        <p:nvPr/>
      </p:nvGrpSpPr>
      <p:grpSpPr>
        <a:xfrm>
          <a:off x="0" y="0"/>
          <a:ext cx="0" cy="0"/>
          <a:chOff x="0" y="0"/>
          <a:chExt cx="0" cy="0"/>
        </a:xfrm>
      </p:grpSpPr>
      <p:pic>
        <p:nvPicPr>
          <p:cNvPr id="5" name="Imagen 1">
            <a:extLst>
              <a:ext uri="{FF2B5EF4-FFF2-40B4-BE49-F238E27FC236}">
                <a16:creationId xmlns:a16="http://schemas.microsoft.com/office/drawing/2014/main" id="{3A83724E-31E3-4759-BB84-916BF7460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4775" y="498475"/>
            <a:ext cx="3295650"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
            <a:extLst>
              <a:ext uri="{FF2B5EF4-FFF2-40B4-BE49-F238E27FC236}">
                <a16:creationId xmlns:a16="http://schemas.microsoft.com/office/drawing/2014/main" id="{BF2F509D-7F78-4E8A-AE05-1984A74CEB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a:extLst>
              <a:ext uri="{FF2B5EF4-FFF2-40B4-BE49-F238E27FC236}">
                <a16:creationId xmlns:a16="http://schemas.microsoft.com/office/drawing/2014/main" id="{DF9D454D-160F-43D4-9D2A-AD63EDF9CC1A}"/>
              </a:ext>
            </a:extLst>
          </p:cNvPr>
          <p:cNvSpPr/>
          <p:nvPr/>
        </p:nvSpPr>
        <p:spPr>
          <a:xfrm>
            <a:off x="719138" y="498475"/>
            <a:ext cx="5499100" cy="1036638"/>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sp>
        <p:nvSpPr>
          <p:cNvPr id="14" name="Content Placeholder 3"/>
          <p:cNvSpPr>
            <a:spLocks noGrp="1"/>
          </p:cNvSpPr>
          <p:nvPr>
            <p:ph sz="half" idx="2"/>
          </p:nvPr>
        </p:nvSpPr>
        <p:spPr>
          <a:xfrm>
            <a:off x="455228" y="1825313"/>
            <a:ext cx="10719111"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6" name="Title 1"/>
          <p:cNvSpPr>
            <a:spLocks noGrp="1"/>
          </p:cNvSpPr>
          <p:nvPr>
            <p:ph type="title"/>
          </p:nvPr>
        </p:nvSpPr>
        <p:spPr>
          <a:xfrm>
            <a:off x="956210" y="498474"/>
            <a:ext cx="5025065" cy="1036638"/>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12" name="Slide Number Placeholder 6">
            <a:extLst>
              <a:ext uri="{FF2B5EF4-FFF2-40B4-BE49-F238E27FC236}">
                <a16:creationId xmlns:a16="http://schemas.microsoft.com/office/drawing/2014/main" id="{E0216C8D-4208-41F0-B95E-A1EA72DE28C6}"/>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2392381988"/>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Título y objetos">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6D345C9E-C184-4EF9-AF60-E555817B26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4125" y="1133475"/>
            <a:ext cx="6178550"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4">
            <a:extLst>
              <a:ext uri="{FF2B5EF4-FFF2-40B4-BE49-F238E27FC236}">
                <a16:creationId xmlns:a16="http://schemas.microsoft.com/office/drawing/2014/main" id="{5CF93995-F5AF-4781-88BE-01D611CCF754}"/>
              </a:ext>
            </a:extLst>
          </p:cNvPr>
          <p:cNvSpPr/>
          <p:nvPr userDrawn="1"/>
        </p:nvSpPr>
        <p:spPr>
          <a:xfrm>
            <a:off x="0" y="0"/>
            <a:ext cx="6096000" cy="6858000"/>
          </a:xfrm>
          <a:prstGeom prst="rect">
            <a:avLst/>
          </a:prstGeom>
          <a:solidFill>
            <a:srgbClr val="8C8C8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pic>
        <p:nvPicPr>
          <p:cNvPr id="7" name="Imagen 8">
            <a:extLst>
              <a:ext uri="{FF2B5EF4-FFF2-40B4-BE49-F238E27FC236}">
                <a16:creationId xmlns:a16="http://schemas.microsoft.com/office/drawing/2014/main" id="{68A8B724-4E6D-48D6-8794-C66178A573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8200" y="365127"/>
            <a:ext cx="5132461" cy="1281111"/>
          </a:xfrm>
        </p:spPr>
        <p:txBody>
          <a:bodyPr/>
          <a:lstStyle>
            <a:lvl1pPr>
              <a:defRPr>
                <a:solidFill>
                  <a:schemeClr val="bg1"/>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8201" y="1825625"/>
            <a:ext cx="4893180" cy="3361672"/>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s-ES"/>
              <a:t>Haga clic para modificar los estilos de texto del patrón</a:t>
            </a:r>
          </a:p>
        </p:txBody>
      </p:sp>
      <p:sp>
        <p:nvSpPr>
          <p:cNvPr id="11" name="Slide Number Placeholder 6">
            <a:extLst>
              <a:ext uri="{FF2B5EF4-FFF2-40B4-BE49-F238E27FC236}">
                <a16:creationId xmlns:a16="http://schemas.microsoft.com/office/drawing/2014/main" id="{79D03CBD-7CF6-465A-AC06-42CD74602AEB}"/>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3526328833"/>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ítulo y objetos">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3D9CE26F-65AD-448E-9C0B-5D27D783A6F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2428875"/>
          </a:xfrm>
          <a:prstGeom prst="rect">
            <a:avLst/>
          </a:prstGeom>
        </p:spPr>
      </p:pic>
      <p:pic>
        <p:nvPicPr>
          <p:cNvPr id="7" name="Imagen 8">
            <a:extLst>
              <a:ext uri="{FF2B5EF4-FFF2-40B4-BE49-F238E27FC236}">
                <a16:creationId xmlns:a16="http://schemas.microsoft.com/office/drawing/2014/main" id="{2CEB386F-7B1B-4741-A556-D03264C2E7A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8200" y="365127"/>
            <a:ext cx="5132461" cy="1281111"/>
          </a:xfrm>
        </p:spPr>
        <p:txBody>
          <a:bodyPr/>
          <a:lstStyle>
            <a:lvl1pPr>
              <a:defRPr>
                <a:solidFill>
                  <a:schemeClr val="bg1"/>
                </a:solidFill>
              </a:defRPr>
            </a:lvl1pPr>
          </a:lstStyle>
          <a:p>
            <a:r>
              <a:rPr lang="es-ES"/>
              <a:t>Haga clic para modificar el estilo de título del patrón</a:t>
            </a:r>
            <a:endParaRPr lang="en-US" dirty="0"/>
          </a:p>
        </p:txBody>
      </p:sp>
      <p:sp>
        <p:nvSpPr>
          <p:cNvPr id="11" name="Content Placeholder 2"/>
          <p:cNvSpPr>
            <a:spLocks noGrp="1"/>
          </p:cNvSpPr>
          <p:nvPr>
            <p:ph idx="13"/>
          </p:nvPr>
        </p:nvSpPr>
        <p:spPr>
          <a:xfrm>
            <a:off x="838201" y="1999614"/>
            <a:ext cx="10276321" cy="1093965"/>
          </a:xfrm>
        </p:spPr>
        <p:txBody>
          <a:bodyPr>
            <a:normAutofit/>
          </a:bodyPr>
          <a:lstStyle>
            <a:lvl1pPr marL="0" indent="0">
              <a:buFontTx/>
              <a:buNone/>
              <a:defRPr sz="1200">
                <a:solidFill>
                  <a:srgbClr val="404040"/>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s-ES"/>
              <a:t>Haga clic para modificar los estilos de texto del patrón</a:t>
            </a:r>
          </a:p>
        </p:txBody>
      </p:sp>
      <p:sp>
        <p:nvSpPr>
          <p:cNvPr id="15" name="Slide Number Placeholder 6">
            <a:extLst>
              <a:ext uri="{FF2B5EF4-FFF2-40B4-BE49-F238E27FC236}">
                <a16:creationId xmlns:a16="http://schemas.microsoft.com/office/drawing/2014/main" id="{E4965669-2810-4E7C-9AE2-970D578C9B64}"/>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1645739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ítulo y objetos">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2F3F4F-35E4-4843-A957-9731121689B6}"/>
              </a:ext>
            </a:extLst>
          </p:cNvPr>
          <p:cNvSpPr/>
          <p:nvPr/>
        </p:nvSpPr>
        <p:spPr>
          <a:xfrm>
            <a:off x="0" y="1"/>
            <a:ext cx="12192000" cy="1093965"/>
          </a:xfrm>
          <a:prstGeom prst="rect">
            <a:avLst/>
          </a:prstGeom>
          <a:solidFill>
            <a:srgbClr val="8C8C8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sp>
        <p:nvSpPr>
          <p:cNvPr id="6" name="CuadroTexto 1">
            <a:extLst>
              <a:ext uri="{FF2B5EF4-FFF2-40B4-BE49-F238E27FC236}">
                <a16:creationId xmlns:a16="http://schemas.microsoft.com/office/drawing/2014/main" id="{5A728FE5-2642-43FD-B8A7-16ACD576B3C9}"/>
              </a:ext>
            </a:extLst>
          </p:cNvPr>
          <p:cNvSpPr txBox="1">
            <a:spLocks noChangeArrowheads="1"/>
          </p:cNvSpPr>
          <p:nvPr/>
        </p:nvSpPr>
        <p:spPr bwMode="auto">
          <a:xfrm>
            <a:off x="814388" y="6237288"/>
            <a:ext cx="2976562" cy="276225"/>
          </a:xfrm>
          <a:prstGeom prst="rect">
            <a:avLst/>
          </a:prstGeom>
          <a:noFill/>
          <a:ln>
            <a:noFill/>
          </a:ln>
        </p:spPr>
        <p:txBody>
          <a:bodyPr>
            <a:spAutoFit/>
          </a:bodyPr>
          <a:lstStyle>
            <a:lvl1pPr>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9pPr>
          </a:lstStyle>
          <a:p>
            <a:pPr algn="l" defTabSz="457200" rtl="0" eaLnBrk="1" fontAlgn="auto" hangingPunct="1">
              <a:spcBef>
                <a:spcPct val="0"/>
              </a:spcBef>
              <a:spcAft>
                <a:spcPts val="0"/>
              </a:spcAft>
              <a:buFontTx/>
              <a:buNone/>
              <a:defRPr/>
            </a:pPr>
            <a:r>
              <a:rPr lang="es-ES_tradnl" altLang="es-ES" kern="1200" baseline="30000" dirty="0">
                <a:solidFill>
                  <a:srgbClr val="404040"/>
                </a:solidFill>
                <a:latin typeface="Open Sans" panose="020B0606030504020204" pitchFamily="34" charset="0"/>
                <a:ea typeface="Verdana" panose="020B0604030504040204" pitchFamily="34" charset="0"/>
                <a:cs typeface="Open Sans" panose="020B0606030504020204" pitchFamily="34" charset="0"/>
              </a:rPr>
              <a:t>www.auren.com</a:t>
            </a:r>
          </a:p>
        </p:txBody>
      </p:sp>
      <p:pic>
        <p:nvPicPr>
          <p:cNvPr id="7" name="Imagen 8">
            <a:extLst>
              <a:ext uri="{FF2B5EF4-FFF2-40B4-BE49-F238E27FC236}">
                <a16:creationId xmlns:a16="http://schemas.microsoft.com/office/drawing/2014/main" id="{2CEB386F-7B1B-4741-A556-D03264C2E7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8200" y="365127"/>
            <a:ext cx="5132461" cy="1281111"/>
          </a:xfrm>
        </p:spPr>
        <p:txBody>
          <a:bodyPr/>
          <a:lstStyle>
            <a:lvl1pPr>
              <a:defRPr>
                <a:solidFill>
                  <a:schemeClr val="bg1"/>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221342" y="365126"/>
            <a:ext cx="4893180" cy="1361125"/>
          </a:xfrm>
        </p:spPr>
        <p:txBody>
          <a:bodyPr>
            <a:normAutofit/>
          </a:bodyPr>
          <a:lstStyle>
            <a:lvl1pPr marL="0" indent="0">
              <a:buFontTx/>
              <a:buNone/>
              <a:defRPr sz="160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s-ES"/>
              <a:t>Haga clic para modificar los estilos de texto del patrón</a:t>
            </a:r>
          </a:p>
        </p:txBody>
      </p:sp>
      <p:sp>
        <p:nvSpPr>
          <p:cNvPr id="11" name="Content Placeholder 2"/>
          <p:cNvSpPr>
            <a:spLocks noGrp="1"/>
          </p:cNvSpPr>
          <p:nvPr>
            <p:ph idx="13"/>
          </p:nvPr>
        </p:nvSpPr>
        <p:spPr>
          <a:xfrm>
            <a:off x="838201" y="1999614"/>
            <a:ext cx="10276321" cy="1093965"/>
          </a:xfrm>
        </p:spPr>
        <p:txBody>
          <a:bodyPr>
            <a:normAutofit/>
          </a:bodyPr>
          <a:lstStyle>
            <a:lvl1pPr marL="0" indent="0">
              <a:buFontTx/>
              <a:buNone/>
              <a:defRPr sz="1200">
                <a:solidFill>
                  <a:srgbClr val="404040"/>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s-ES"/>
              <a:t>Haga clic para modificar los estilos de texto del patrón</a:t>
            </a:r>
          </a:p>
        </p:txBody>
      </p:sp>
      <p:sp>
        <p:nvSpPr>
          <p:cNvPr id="12" name="Slide Number Placeholder 6">
            <a:extLst>
              <a:ext uri="{FF2B5EF4-FFF2-40B4-BE49-F238E27FC236}">
                <a16:creationId xmlns:a16="http://schemas.microsoft.com/office/drawing/2014/main" id="{801F5ED1-9BBE-4C7B-A48D-D2EB6CA6D899}"/>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441270930"/>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1_Encabezado de sección">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D3596D4-7C88-46B6-910C-78702A818739}"/>
              </a:ext>
            </a:extLst>
          </p:cNvPr>
          <p:cNvSpPr/>
          <p:nvPr/>
        </p:nvSpPr>
        <p:spPr>
          <a:xfrm>
            <a:off x="6092825" y="0"/>
            <a:ext cx="6099175" cy="6858000"/>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solidFill>
                <a:srgbClr val="E32717"/>
              </a:solidFill>
            </a:endParaRPr>
          </a:p>
        </p:txBody>
      </p:sp>
      <p:pic>
        <p:nvPicPr>
          <p:cNvPr id="6" name="Imagen 10">
            <a:extLst>
              <a:ext uri="{FF2B5EF4-FFF2-40B4-BE49-F238E27FC236}">
                <a16:creationId xmlns:a16="http://schemas.microsoft.com/office/drawing/2014/main" id="{B1EF7562-EF95-4A76-B6E7-35C9866272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6683"/>
          <a:stretch>
            <a:fillRect/>
          </a:stretch>
        </p:blipFill>
        <p:spPr bwMode="auto">
          <a:xfrm>
            <a:off x="5784850" y="2314575"/>
            <a:ext cx="5689600" cy="289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8">
            <a:extLst>
              <a:ext uri="{FF2B5EF4-FFF2-40B4-BE49-F238E27FC236}">
                <a16:creationId xmlns:a16="http://schemas.microsoft.com/office/drawing/2014/main" id="{C3DDA3C4-209E-406A-AE43-9A5C500E45D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37788" y="6029325"/>
            <a:ext cx="11398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61324" y="794760"/>
            <a:ext cx="5209637" cy="703827"/>
          </a:xfrm>
        </p:spPr>
        <p:txBody>
          <a:bodyPr anchor="b">
            <a:normAutofit/>
          </a:bodyPr>
          <a:lstStyle>
            <a:lvl1pPr>
              <a:defRPr sz="2400">
                <a:solidFill>
                  <a:srgbClr val="E32717"/>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473004" y="803962"/>
            <a:ext cx="5001149" cy="2853639"/>
          </a:xfrm>
        </p:spPr>
        <p:txBody>
          <a:bodyPr>
            <a:normAutofit/>
          </a:bodyPr>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18" name="Slide Number Placeholder 6">
            <a:extLst>
              <a:ext uri="{FF2B5EF4-FFF2-40B4-BE49-F238E27FC236}">
                <a16:creationId xmlns:a16="http://schemas.microsoft.com/office/drawing/2014/main" id="{D23F7516-6984-4CA1-BD1A-3014237E7017}"/>
              </a:ext>
            </a:extLst>
          </p:cNvPr>
          <p:cNvSpPr>
            <a:spLocks noGrp="1"/>
          </p:cNvSpPr>
          <p:nvPr>
            <p:ph type="sldNum" sz="quarter" idx="12"/>
          </p:nvPr>
        </p:nvSpPr>
        <p:spPr>
          <a:xfrm>
            <a:off x="9331035" y="6402530"/>
            <a:ext cx="2743200" cy="365125"/>
          </a:xfrm>
        </p:spPr>
        <p:txBody>
          <a:bodyPr/>
          <a:lstStyle>
            <a:lvl1pPr>
              <a:defRPr sz="900">
                <a:solidFill>
                  <a:schemeClr val="bg1"/>
                </a:solidFill>
                <a:latin typeface="Open Sans" panose="020B0606030504020204"/>
              </a:defRPr>
            </a:lvl1pPr>
          </a:lstStyle>
          <a:p>
            <a:pPr>
              <a:defRPr/>
            </a:pPr>
            <a:fld id="{5DC84F4C-A323-48BB-98BE-E3BEBA87E2C3}" type="slidenum">
              <a:rPr lang="es-ES" smtClean="0"/>
              <a:pPr>
                <a:defRPr/>
              </a:pPr>
              <a:t>‹Nº›</a:t>
            </a:fld>
            <a:endParaRPr lang="es-ES"/>
          </a:p>
        </p:txBody>
      </p:sp>
    </p:spTree>
    <p:extLst>
      <p:ext uri="{BB962C8B-B14F-4D97-AF65-F5344CB8AC3E}">
        <p14:creationId xmlns:p14="http://schemas.microsoft.com/office/powerpoint/2010/main" val="2890990110"/>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2_Encabezado de sección">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D3596D4-7C88-46B6-910C-78702A818739}"/>
              </a:ext>
            </a:extLst>
          </p:cNvPr>
          <p:cNvSpPr/>
          <p:nvPr/>
        </p:nvSpPr>
        <p:spPr>
          <a:xfrm>
            <a:off x="6092825" y="0"/>
            <a:ext cx="6099175" cy="6858000"/>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solidFill>
                <a:srgbClr val="E32717"/>
              </a:solidFill>
            </a:endParaRPr>
          </a:p>
        </p:txBody>
      </p:sp>
      <p:sp>
        <p:nvSpPr>
          <p:cNvPr id="5" name="CuadroTexto 1">
            <a:extLst>
              <a:ext uri="{FF2B5EF4-FFF2-40B4-BE49-F238E27FC236}">
                <a16:creationId xmlns:a16="http://schemas.microsoft.com/office/drawing/2014/main" id="{58CAD24C-C6D4-4028-99C6-CF36FE68F9FE}"/>
              </a:ext>
            </a:extLst>
          </p:cNvPr>
          <p:cNvSpPr txBox="1">
            <a:spLocks noChangeArrowheads="1"/>
          </p:cNvSpPr>
          <p:nvPr/>
        </p:nvSpPr>
        <p:spPr bwMode="auto">
          <a:xfrm>
            <a:off x="814388" y="6237288"/>
            <a:ext cx="2976562" cy="276225"/>
          </a:xfrm>
          <a:prstGeom prst="rect">
            <a:avLst/>
          </a:prstGeom>
          <a:noFill/>
          <a:ln>
            <a:noFill/>
          </a:ln>
        </p:spPr>
        <p:txBody>
          <a:bodyPr>
            <a:spAutoFit/>
          </a:bodyPr>
          <a:lstStyle>
            <a:lvl1pPr>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9pPr>
          </a:lstStyle>
          <a:p>
            <a:pPr eaLnBrk="1" fontAlgn="auto" hangingPunct="1">
              <a:spcBef>
                <a:spcPct val="0"/>
              </a:spcBef>
              <a:spcAft>
                <a:spcPts val="0"/>
              </a:spcAft>
              <a:buFontTx/>
              <a:buNone/>
              <a:defRPr/>
            </a:pPr>
            <a:r>
              <a:rPr lang="es-ES_tradnl" altLang="es-ES" baseline="30000" dirty="0">
                <a:solidFill>
                  <a:srgbClr val="404040"/>
                </a:solidFill>
                <a:latin typeface="Open Sans" panose="020B0606030504020204" pitchFamily="34" charset="0"/>
                <a:cs typeface="Open Sans" panose="020B0606030504020204" pitchFamily="34" charset="0"/>
              </a:rPr>
              <a:t>www.auren.com</a:t>
            </a:r>
          </a:p>
        </p:txBody>
      </p:sp>
      <p:pic>
        <p:nvPicPr>
          <p:cNvPr id="7" name="Imagen 8">
            <a:extLst>
              <a:ext uri="{FF2B5EF4-FFF2-40B4-BE49-F238E27FC236}">
                <a16:creationId xmlns:a16="http://schemas.microsoft.com/office/drawing/2014/main" id="{C3DDA3C4-209E-406A-AE43-9A5C500E45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7788" y="6029325"/>
            <a:ext cx="11398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61324" y="794760"/>
            <a:ext cx="5209637" cy="703827"/>
          </a:xfrm>
        </p:spPr>
        <p:txBody>
          <a:bodyPr anchor="b">
            <a:normAutofit/>
          </a:bodyPr>
          <a:lstStyle>
            <a:lvl1pPr>
              <a:defRPr sz="2400">
                <a:solidFill>
                  <a:srgbClr val="E32717"/>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473004" y="803962"/>
            <a:ext cx="5001149" cy="2853639"/>
          </a:xfrm>
        </p:spPr>
        <p:txBody>
          <a:bodyPr>
            <a:normAutofit/>
          </a:bodyPr>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pic>
        <p:nvPicPr>
          <p:cNvPr id="13" name="Imagen 10">
            <a:extLst>
              <a:ext uri="{FF2B5EF4-FFF2-40B4-BE49-F238E27FC236}">
                <a16:creationId xmlns:a16="http://schemas.microsoft.com/office/drawing/2014/main" id="{2972B242-7F5F-4BCA-BAA0-DFD4CE37B2B3}"/>
              </a:ext>
            </a:extLst>
          </p:cNvPr>
          <p:cNvPicPr>
            <a:picLocks noChangeAspect="1"/>
          </p:cNvPicPr>
          <p:nvPr userDrawn="1"/>
        </p:nvPicPr>
        <p:blipFill rotWithShape="1">
          <a:blip r:embed="rId3"/>
          <a:srcRect t="-5485" r="-3097" b="-5231"/>
          <a:stretch/>
        </p:blipFill>
        <p:spPr bwMode="auto">
          <a:xfrm>
            <a:off x="6091828" y="1941428"/>
            <a:ext cx="4904121" cy="3651151"/>
          </a:xfrm>
          <a:prstGeom prst="rect">
            <a:avLst/>
          </a:prstGeom>
          <a:solidFill>
            <a:schemeClr val="bg1"/>
          </a:solidFill>
          <a:ln w="9525">
            <a:noFill/>
            <a:miter lim="800000"/>
            <a:headEnd/>
            <a:tailEnd/>
          </a:ln>
        </p:spPr>
      </p:pic>
      <p:sp>
        <p:nvSpPr>
          <p:cNvPr id="14" name="Slide Number Placeholder 6">
            <a:extLst>
              <a:ext uri="{FF2B5EF4-FFF2-40B4-BE49-F238E27FC236}">
                <a16:creationId xmlns:a16="http://schemas.microsoft.com/office/drawing/2014/main" id="{1F00262C-71D2-452D-BEA1-F1526ECE0965}"/>
              </a:ext>
            </a:extLst>
          </p:cNvPr>
          <p:cNvSpPr>
            <a:spLocks noGrp="1"/>
          </p:cNvSpPr>
          <p:nvPr>
            <p:ph type="sldNum" sz="quarter" idx="12"/>
          </p:nvPr>
        </p:nvSpPr>
        <p:spPr>
          <a:xfrm>
            <a:off x="9331035" y="6402530"/>
            <a:ext cx="2743200" cy="365125"/>
          </a:xfrm>
        </p:spPr>
        <p:txBody>
          <a:bodyPr/>
          <a:lstStyle>
            <a:lvl1pPr>
              <a:defRPr sz="900">
                <a:solidFill>
                  <a:schemeClr val="bg1"/>
                </a:solidFill>
                <a:latin typeface="Open Sans" panose="020B0606030504020204"/>
              </a:defRPr>
            </a:lvl1pPr>
          </a:lstStyle>
          <a:p>
            <a:pPr>
              <a:defRPr/>
            </a:pPr>
            <a:fld id="{5DC84F4C-A323-48BB-98BE-E3BEBA87E2C3}" type="slidenum">
              <a:rPr lang="es-ES" smtClean="0"/>
              <a:pPr>
                <a:defRPr/>
              </a:pPr>
              <a:t>‹Nº›</a:t>
            </a:fld>
            <a:endParaRPr lang="es-ES"/>
          </a:p>
        </p:txBody>
      </p:sp>
    </p:spTree>
    <p:extLst>
      <p:ext uri="{BB962C8B-B14F-4D97-AF65-F5344CB8AC3E}">
        <p14:creationId xmlns:p14="http://schemas.microsoft.com/office/powerpoint/2010/main" val="17652644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pic>
        <p:nvPicPr>
          <p:cNvPr id="9" name="Imagen 4"/>
          <p:cNvPicPr>
            <a:picLocks noChangeAspect="1"/>
          </p:cNvPicPr>
          <p:nvPr userDrawn="1"/>
        </p:nvPicPr>
        <p:blipFill>
          <a:blip r:embed="rId2"/>
          <a:srcRect/>
          <a:stretch>
            <a:fillRect/>
          </a:stretch>
        </p:blipFill>
        <p:spPr bwMode="auto">
          <a:xfrm>
            <a:off x="662032" y="428233"/>
            <a:ext cx="2031064" cy="894927"/>
          </a:xfrm>
          <a:prstGeom prst="rect">
            <a:avLst/>
          </a:prstGeom>
          <a:noFill/>
          <a:ln w="9525">
            <a:noFill/>
            <a:miter lim="800000"/>
            <a:headEnd/>
            <a:tailEnd/>
          </a:ln>
        </p:spPr>
      </p:pic>
      <p:sp>
        <p:nvSpPr>
          <p:cNvPr id="5" name="Rectángulo 4">
            <a:extLst>
              <a:ext uri="{FF2B5EF4-FFF2-40B4-BE49-F238E27FC236}">
                <a16:creationId xmlns:a16="http://schemas.microsoft.com/office/drawing/2014/main" id="{AB315056-E083-425F-833C-E40CC5AED31B}"/>
              </a:ext>
            </a:extLst>
          </p:cNvPr>
          <p:cNvSpPr/>
          <p:nvPr/>
        </p:nvSpPr>
        <p:spPr>
          <a:xfrm>
            <a:off x="0" y="5837238"/>
            <a:ext cx="12192000" cy="1028700"/>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solidFill>
                <a:srgbClr val="E32717"/>
              </a:solidFill>
            </a:endParaRPr>
          </a:p>
        </p:txBody>
      </p:sp>
      <p:sp>
        <p:nvSpPr>
          <p:cNvPr id="7" name="CuadroTexto 6">
            <a:extLst>
              <a:ext uri="{FF2B5EF4-FFF2-40B4-BE49-F238E27FC236}">
                <a16:creationId xmlns:a16="http://schemas.microsoft.com/office/drawing/2014/main" id="{4AC7BC54-E9A5-4EE5-B2E0-A6D990F2CC8D}"/>
              </a:ext>
            </a:extLst>
          </p:cNvPr>
          <p:cNvSpPr txBox="1">
            <a:spLocks noChangeArrowheads="1"/>
          </p:cNvSpPr>
          <p:nvPr/>
        </p:nvSpPr>
        <p:spPr bwMode="auto">
          <a:xfrm>
            <a:off x="628650" y="6303963"/>
            <a:ext cx="2232025" cy="298450"/>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r>
              <a:rPr lang="es-ES_tradnl" altLang="es-ES" sz="2000" baseline="30000" dirty="0">
                <a:solidFill>
                  <a:schemeClr val="bg1"/>
                </a:solidFill>
                <a:latin typeface="Open Sans" panose="020B0606030504020204" pitchFamily="34" charset="0"/>
                <a:cs typeface="Open Sans" panose="020B0606030504020204" pitchFamily="34" charset="0"/>
              </a:rPr>
              <a:t>www.auren.com</a:t>
            </a:r>
          </a:p>
        </p:txBody>
      </p:sp>
      <p:pic>
        <p:nvPicPr>
          <p:cNvPr id="8" name="Imagen 9">
            <a:extLst>
              <a:ext uri="{FF2B5EF4-FFF2-40B4-BE49-F238E27FC236}">
                <a16:creationId xmlns:a16="http://schemas.microsoft.com/office/drawing/2014/main" id="{A1CE725C-5698-4814-82D6-7B98CC5DC7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13" y="6024563"/>
            <a:ext cx="820737"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47045" y="1787725"/>
            <a:ext cx="9032073" cy="1029767"/>
          </a:xfrm>
        </p:spPr>
        <p:txBody>
          <a:bodyPr anchor="b"/>
          <a:lstStyle>
            <a:lvl1pPr>
              <a:defRPr sz="2000">
                <a:solidFill>
                  <a:srgbClr val="404040"/>
                </a:solidFill>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747044" y="3131433"/>
            <a:ext cx="9032073" cy="1229292"/>
          </a:xfrm>
        </p:spPr>
        <p:txBody>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Tree>
    <p:extLst>
      <p:ext uri="{BB962C8B-B14F-4D97-AF65-F5344CB8AC3E}">
        <p14:creationId xmlns:p14="http://schemas.microsoft.com/office/powerpoint/2010/main" val="25547987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Solo el título">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5CC8A941-32F9-4B99-8A62-DF3D9DBF4481}"/>
              </a:ext>
            </a:extLst>
          </p:cNvPr>
          <p:cNvSpPr txBox="1">
            <a:spLocks noChangeArrowheads="1"/>
          </p:cNvSpPr>
          <p:nvPr/>
        </p:nvSpPr>
        <p:spPr bwMode="auto">
          <a:xfrm>
            <a:off x="814388" y="6237288"/>
            <a:ext cx="2976562" cy="276225"/>
          </a:xfrm>
          <a:prstGeom prst="rect">
            <a:avLst/>
          </a:prstGeom>
          <a:noFill/>
          <a:ln>
            <a:noFill/>
          </a:ln>
        </p:spPr>
        <p:txBody>
          <a:bodyPr>
            <a:spAutoFit/>
          </a:bodyPr>
          <a:lstStyle>
            <a:lvl1pPr>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a:solidFill>
                  <a:srgbClr val="595959"/>
                </a:solidFill>
                <a:latin typeface="Verdana" panose="020B0604030504040204" pitchFamily="34" charset="0"/>
                <a:ea typeface="Verdana" panose="020B0604030504040204" pitchFamily="34" charset="0"/>
                <a:cs typeface="Verdana" panose="020B0604030504040204" pitchFamily="34" charset="0"/>
              </a:defRPr>
            </a:lvl9pPr>
          </a:lstStyle>
          <a:p>
            <a:pPr eaLnBrk="1" fontAlgn="auto" hangingPunct="1">
              <a:spcBef>
                <a:spcPct val="0"/>
              </a:spcBef>
              <a:spcAft>
                <a:spcPts val="0"/>
              </a:spcAft>
              <a:buFontTx/>
              <a:buNone/>
              <a:defRPr/>
            </a:pPr>
            <a:r>
              <a:rPr lang="es-ES_tradnl" altLang="es-ES" baseline="30000" dirty="0">
                <a:solidFill>
                  <a:srgbClr val="404040"/>
                </a:solidFill>
                <a:latin typeface="Open Sans" panose="020B0606030504020204" pitchFamily="34" charset="0"/>
                <a:cs typeface="Open Sans" panose="020B0606030504020204" pitchFamily="34" charset="0"/>
              </a:rPr>
              <a:t>www.auren.com</a:t>
            </a:r>
          </a:p>
        </p:txBody>
      </p:sp>
      <p:pic>
        <p:nvPicPr>
          <p:cNvPr id="6" name="Imagen 8">
            <a:extLst>
              <a:ext uri="{FF2B5EF4-FFF2-40B4-BE49-F238E27FC236}">
                <a16:creationId xmlns:a16="http://schemas.microsoft.com/office/drawing/2014/main" id="{BF2F509D-7F78-4E8A-AE05-1984A74CEB1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a:extLst>
              <a:ext uri="{FF2B5EF4-FFF2-40B4-BE49-F238E27FC236}">
                <a16:creationId xmlns:a16="http://schemas.microsoft.com/office/drawing/2014/main" id="{DF9D454D-160F-43D4-9D2A-AD63EDF9CC1A}"/>
              </a:ext>
            </a:extLst>
          </p:cNvPr>
          <p:cNvSpPr/>
          <p:nvPr/>
        </p:nvSpPr>
        <p:spPr>
          <a:xfrm>
            <a:off x="719138" y="498475"/>
            <a:ext cx="5499100" cy="1036638"/>
          </a:xfrm>
          <a:prstGeom prst="rect">
            <a:avLst/>
          </a:prstGeom>
          <a:solidFill>
            <a:srgbClr val="E3271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sp>
        <p:nvSpPr>
          <p:cNvPr id="14" name="Content Placeholder 3"/>
          <p:cNvSpPr>
            <a:spLocks noGrp="1"/>
          </p:cNvSpPr>
          <p:nvPr>
            <p:ph sz="half" idx="2"/>
          </p:nvPr>
        </p:nvSpPr>
        <p:spPr>
          <a:xfrm>
            <a:off x="455228" y="1825313"/>
            <a:ext cx="10719111"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6" name="Title 1"/>
          <p:cNvSpPr>
            <a:spLocks noGrp="1"/>
          </p:cNvSpPr>
          <p:nvPr>
            <p:ph type="title"/>
          </p:nvPr>
        </p:nvSpPr>
        <p:spPr>
          <a:xfrm>
            <a:off x="956210" y="498474"/>
            <a:ext cx="5025065" cy="1036638"/>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8" name="Date Placeholder 2">
            <a:extLst>
              <a:ext uri="{FF2B5EF4-FFF2-40B4-BE49-F238E27FC236}">
                <a16:creationId xmlns:a16="http://schemas.microsoft.com/office/drawing/2014/main" id="{5A27777E-9D86-4923-BD4C-6D0888C605BA}"/>
              </a:ext>
            </a:extLst>
          </p:cNvPr>
          <p:cNvSpPr>
            <a:spLocks noGrp="1"/>
          </p:cNvSpPr>
          <p:nvPr>
            <p:ph type="dt" sz="half" idx="10"/>
          </p:nvPr>
        </p:nvSpPr>
        <p:spPr/>
        <p:txBody>
          <a:bodyPr/>
          <a:lstStyle>
            <a:lvl1pPr>
              <a:defRPr/>
            </a:lvl1pPr>
          </a:lstStyle>
          <a:p>
            <a:pPr>
              <a:defRPr/>
            </a:pPr>
            <a:fld id="{D77305CA-A2D1-484B-A8F2-18FFB19C9C2F}" type="datetimeFigureOut">
              <a:rPr lang="es-ES"/>
              <a:pPr>
                <a:defRPr/>
              </a:pPr>
              <a:t>22/01/2024</a:t>
            </a:fld>
            <a:endParaRPr lang="es-ES"/>
          </a:p>
        </p:txBody>
      </p:sp>
      <p:sp>
        <p:nvSpPr>
          <p:cNvPr id="9" name="Footer Placeholder 3">
            <a:extLst>
              <a:ext uri="{FF2B5EF4-FFF2-40B4-BE49-F238E27FC236}">
                <a16:creationId xmlns:a16="http://schemas.microsoft.com/office/drawing/2014/main" id="{7763862D-2492-4658-830E-27CA2869004B}"/>
              </a:ext>
            </a:extLst>
          </p:cNvPr>
          <p:cNvSpPr>
            <a:spLocks noGrp="1"/>
          </p:cNvSpPr>
          <p:nvPr>
            <p:ph type="ftr" sz="quarter" idx="11"/>
          </p:nvPr>
        </p:nvSpPr>
        <p:spPr/>
        <p:txBody>
          <a:bodyPr/>
          <a:lstStyle>
            <a:lvl1pPr>
              <a:defRPr/>
            </a:lvl1pPr>
          </a:lstStyle>
          <a:p>
            <a:pPr>
              <a:defRPr/>
            </a:pPr>
            <a:endParaRPr lang="es-ES"/>
          </a:p>
        </p:txBody>
      </p:sp>
      <p:sp>
        <p:nvSpPr>
          <p:cNvPr id="10" name="Slide Number Placeholder 4">
            <a:extLst>
              <a:ext uri="{FF2B5EF4-FFF2-40B4-BE49-F238E27FC236}">
                <a16:creationId xmlns:a16="http://schemas.microsoft.com/office/drawing/2014/main" id="{340560BA-D2FC-49AE-B859-35C8A4B63EAE}"/>
              </a:ext>
            </a:extLst>
          </p:cNvPr>
          <p:cNvSpPr>
            <a:spLocks noGrp="1"/>
          </p:cNvSpPr>
          <p:nvPr>
            <p:ph type="sldNum" sz="quarter" idx="12"/>
          </p:nvPr>
        </p:nvSpPr>
        <p:spPr/>
        <p:txBody>
          <a:bodyPr/>
          <a:lstStyle>
            <a:lvl1pPr>
              <a:defRPr/>
            </a:lvl1pPr>
          </a:lstStyle>
          <a:p>
            <a:pPr>
              <a:defRPr/>
            </a:pPr>
            <a:fld id="{39B01E17-AA6A-454F-BC89-2E2E3554A385}" type="slidenum">
              <a:rPr lang="es-ES"/>
              <a:pPr>
                <a:defRPr/>
              </a:pPr>
              <a:t>‹Nº›</a:t>
            </a:fld>
            <a:endParaRPr lang="es-ES"/>
          </a:p>
        </p:txBody>
      </p:sp>
    </p:spTree>
    <p:extLst>
      <p:ext uri="{BB962C8B-B14F-4D97-AF65-F5344CB8AC3E}">
        <p14:creationId xmlns:p14="http://schemas.microsoft.com/office/powerpoint/2010/main" val="1436744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F187A12-A076-4F0E-B230-648B61BED287}"/>
              </a:ext>
            </a:extLst>
          </p:cNvPr>
          <p:cNvSpPr>
            <a:spLocks noGrp="1"/>
          </p:cNvSpPr>
          <p:nvPr>
            <p:ph type="dt" sz="half" idx="10"/>
          </p:nvPr>
        </p:nvSpPr>
        <p:spPr/>
        <p:txBody>
          <a:bodyPr/>
          <a:lstStyle>
            <a:lvl1pPr>
              <a:defRPr/>
            </a:lvl1pPr>
          </a:lstStyle>
          <a:p>
            <a:pPr>
              <a:defRPr/>
            </a:pPr>
            <a:fld id="{F202AB31-622C-4C85-83D6-762F6D979FD5}" type="datetimeFigureOut">
              <a:rPr lang="es-ES"/>
              <a:pPr>
                <a:defRPr/>
              </a:pPr>
              <a:t>22/01/2024</a:t>
            </a:fld>
            <a:endParaRPr lang="es-ES"/>
          </a:p>
        </p:txBody>
      </p:sp>
      <p:sp>
        <p:nvSpPr>
          <p:cNvPr id="3" name="Footer Placeholder 4">
            <a:extLst>
              <a:ext uri="{FF2B5EF4-FFF2-40B4-BE49-F238E27FC236}">
                <a16:creationId xmlns:a16="http://schemas.microsoft.com/office/drawing/2014/main" id="{A4105DAD-0623-49F6-9DEA-E52F523BFE87}"/>
              </a:ext>
            </a:extLst>
          </p:cNvPr>
          <p:cNvSpPr>
            <a:spLocks noGrp="1"/>
          </p:cNvSpPr>
          <p:nvPr>
            <p:ph type="ftr" sz="quarter" idx="11"/>
          </p:nvPr>
        </p:nvSpPr>
        <p:spPr/>
        <p:txBody>
          <a:bodyPr/>
          <a:lstStyle>
            <a:lvl1pPr>
              <a:defRPr/>
            </a:lvl1pPr>
          </a:lstStyle>
          <a:p>
            <a:pPr>
              <a:defRPr/>
            </a:pPr>
            <a:endParaRPr lang="es-ES"/>
          </a:p>
        </p:txBody>
      </p:sp>
      <p:sp>
        <p:nvSpPr>
          <p:cNvPr id="4" name="Slide Number Placeholder 5">
            <a:extLst>
              <a:ext uri="{FF2B5EF4-FFF2-40B4-BE49-F238E27FC236}">
                <a16:creationId xmlns:a16="http://schemas.microsoft.com/office/drawing/2014/main" id="{08994A99-6A0F-464D-BC6D-B2651C3ECAB3}"/>
              </a:ext>
            </a:extLst>
          </p:cNvPr>
          <p:cNvSpPr>
            <a:spLocks noGrp="1"/>
          </p:cNvSpPr>
          <p:nvPr>
            <p:ph type="sldNum" sz="quarter" idx="12"/>
          </p:nvPr>
        </p:nvSpPr>
        <p:spPr/>
        <p:txBody>
          <a:bodyPr/>
          <a:lstStyle>
            <a:lvl1pPr>
              <a:defRPr/>
            </a:lvl1pPr>
          </a:lstStyle>
          <a:p>
            <a:pPr>
              <a:defRPr/>
            </a:pPr>
            <a:fld id="{FBCDC749-5399-423C-BF13-FA0C96C47AFA}" type="slidenum">
              <a:rPr lang="es-ES"/>
              <a:pPr>
                <a:defRPr/>
              </a:pPr>
              <a:t>‹Nº›</a:t>
            </a:fld>
            <a:endParaRPr lang="es-ES"/>
          </a:p>
        </p:txBody>
      </p:sp>
    </p:spTree>
    <p:extLst>
      <p:ext uri="{BB962C8B-B14F-4D97-AF65-F5344CB8AC3E}">
        <p14:creationId xmlns:p14="http://schemas.microsoft.com/office/powerpoint/2010/main" val="21898767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EEDE11D-5FFE-4758-8DAE-D1C331DA578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753600" y="6112059"/>
            <a:ext cx="876127" cy="437331"/>
          </a:xfrm>
          <a:prstGeom prst="rect">
            <a:avLst/>
          </a:prstGeom>
        </p:spPr>
      </p:pic>
      <p:sp>
        <p:nvSpPr>
          <p:cNvPr id="8" name="CuadroTexto 7">
            <a:extLst>
              <a:ext uri="{FF2B5EF4-FFF2-40B4-BE49-F238E27FC236}">
                <a16:creationId xmlns:a16="http://schemas.microsoft.com/office/drawing/2014/main" id="{43C1A782-13BA-4E96-B4EB-4825B3F2798F}"/>
              </a:ext>
            </a:extLst>
          </p:cNvPr>
          <p:cNvSpPr txBox="1"/>
          <p:nvPr userDrawn="1"/>
        </p:nvSpPr>
        <p:spPr>
          <a:xfrm>
            <a:off x="10439400" y="6192224"/>
            <a:ext cx="1328468" cy="276999"/>
          </a:xfrm>
          <a:prstGeom prst="rect">
            <a:avLst/>
          </a:prstGeom>
          <a:noFill/>
        </p:spPr>
        <p:txBody>
          <a:bodyPr wrap="square">
            <a:spAutoFit/>
          </a:bodyPr>
          <a:lstStyle/>
          <a:p>
            <a:pPr algn="ctr"/>
            <a:r>
              <a:rPr lang="es-ES_tradnl" sz="1200" i="0" u="none" strike="noStrike" baseline="30000" dirty="0">
                <a:solidFill>
                  <a:schemeClr val="tx1">
                    <a:lumMod val="85000"/>
                    <a:lumOff val="15000"/>
                  </a:schemeClr>
                </a:solidFill>
                <a:latin typeface="Verdana" panose="020B0604030504040204" pitchFamily="34" charset="0"/>
                <a:ea typeface="Verdana" panose="020B0604030504040204" pitchFamily="34" charset="0"/>
              </a:rPr>
              <a:t>www.auren.com</a:t>
            </a:r>
            <a:endParaRPr lang="es-ES" sz="1200" dirty="0">
              <a:solidFill>
                <a:schemeClr val="tx1">
                  <a:lumMod val="85000"/>
                  <a:lumOff val="15000"/>
                </a:schemeClr>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5112277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3" name="Imagen 6"/>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n 6"/>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1588"/>
            <a:ext cx="12187238"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1 Marcador de título">
            <a:extLst>
              <a:ext uri="{FF2B5EF4-FFF2-40B4-BE49-F238E27FC236}">
                <a16:creationId xmlns:a16="http://schemas.microsoft.com/office/drawing/2014/main" id="{52F39E1A-3B40-4E41-AC91-1ED850499C19}"/>
              </a:ext>
            </a:extLst>
          </p:cNvPr>
          <p:cNvSpPr>
            <a:spLocks noGrp="1"/>
          </p:cNvSpPr>
          <p:nvPr>
            <p:ph type="title"/>
          </p:nvPr>
        </p:nvSpPr>
        <p:spPr bwMode="auto">
          <a:xfrm>
            <a:off x="6288022" y="764704"/>
            <a:ext cx="5678919" cy="1349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defRPr>
                <a:solidFill>
                  <a:srgbClr val="25282A"/>
                </a:solidFill>
              </a:defRPr>
            </a:lvl1pPr>
          </a:lstStyle>
          <a:p>
            <a:pPr lvl="0"/>
            <a:r>
              <a:rPr lang="es-ES" altLang="es-ES"/>
              <a:t>Haga clic para modificar el estilo de título del patrón</a:t>
            </a:r>
            <a:endParaRPr lang="es-ES" altLang="es-ES" dirty="0"/>
          </a:p>
        </p:txBody>
      </p:sp>
      <p:sp>
        <p:nvSpPr>
          <p:cNvPr id="6" name="5 Marcador de número de diapositiva">
            <a:extLst>
              <a:ext uri="{FF2B5EF4-FFF2-40B4-BE49-F238E27FC236}">
                <a16:creationId xmlns:a16="http://schemas.microsoft.com/office/drawing/2014/main" id="{4C0984F0-1159-4D69-BE6F-64621F93A71C}"/>
              </a:ext>
            </a:extLst>
          </p:cNvPr>
          <p:cNvSpPr>
            <a:spLocks noGrp="1"/>
          </p:cNvSpPr>
          <p:nvPr>
            <p:ph type="sldNum" sz="quarter" idx="10"/>
          </p:nvPr>
        </p:nvSpPr>
        <p:spPr/>
        <p:txBody>
          <a:bodyPr/>
          <a:lstStyle>
            <a:lvl1pPr>
              <a:defRPr/>
            </a:lvl1pPr>
          </a:lstStyle>
          <a:p>
            <a:pPr>
              <a:defRPr/>
            </a:pPr>
            <a:fld id="{A7C116AE-272E-4BE7-A4BB-8D32C94BB09F}" type="slidenum">
              <a:rPr lang="es-ES"/>
              <a:pPr>
                <a:defRPr/>
              </a:pPr>
              <a:t>‹Nº›</a:t>
            </a:fld>
            <a:endParaRPr lang="es-ES"/>
          </a:p>
        </p:txBody>
      </p:sp>
    </p:spTree>
    <p:extLst>
      <p:ext uri="{BB962C8B-B14F-4D97-AF65-F5344CB8AC3E}">
        <p14:creationId xmlns:p14="http://schemas.microsoft.com/office/powerpoint/2010/main" val="38158096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3" name="Imagen 7"/>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9336088" y="5576888"/>
            <a:ext cx="20955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n 7"/>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2408238"/>
            <a:ext cx="121920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ítulo 8"/>
          <p:cNvSpPr>
            <a:spLocks noGrp="1"/>
          </p:cNvSpPr>
          <p:nvPr>
            <p:ph type="title"/>
          </p:nvPr>
        </p:nvSpPr>
        <p:spPr>
          <a:xfrm>
            <a:off x="609699" y="1066800"/>
            <a:ext cx="10972604" cy="609600"/>
          </a:xfrm>
        </p:spPr>
        <p:txBody>
          <a:bodyPr anchor="t"/>
          <a:lstStyle>
            <a:lvl1pPr algn="l">
              <a:defRPr sz="2800">
                <a:solidFill>
                  <a:srgbClr val="25282A"/>
                </a:solidFill>
                <a:latin typeface="Verdana"/>
                <a:cs typeface="Verdana"/>
              </a:defRPr>
            </a:lvl1pPr>
          </a:lstStyle>
          <a:p>
            <a:r>
              <a:rPr lang="es-ES"/>
              <a:t>Haga clic para modificar el estilo de título del patrón</a:t>
            </a:r>
            <a:endParaRPr lang="es-ES_tradnl" dirty="0"/>
          </a:p>
        </p:txBody>
      </p:sp>
    </p:spTree>
    <p:extLst>
      <p:ext uri="{BB962C8B-B14F-4D97-AF65-F5344CB8AC3E}">
        <p14:creationId xmlns:p14="http://schemas.microsoft.com/office/powerpoint/2010/main" val="35420431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pic>
        <p:nvPicPr>
          <p:cNvPr id="3" name="Imagen 7"/>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2408238"/>
            <a:ext cx="121920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n 7"/>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9336088" y="5576888"/>
            <a:ext cx="20955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ítulo 8"/>
          <p:cNvSpPr>
            <a:spLocks noGrp="1"/>
          </p:cNvSpPr>
          <p:nvPr>
            <p:ph type="title"/>
          </p:nvPr>
        </p:nvSpPr>
        <p:spPr>
          <a:xfrm>
            <a:off x="609699" y="1066800"/>
            <a:ext cx="10972604" cy="609600"/>
          </a:xfrm>
        </p:spPr>
        <p:txBody>
          <a:bodyPr anchor="t"/>
          <a:lstStyle>
            <a:lvl1pPr algn="l">
              <a:defRPr sz="2800">
                <a:solidFill>
                  <a:srgbClr val="25282A"/>
                </a:solidFill>
                <a:latin typeface="Verdana"/>
                <a:cs typeface="Verdana"/>
              </a:defRPr>
            </a:lvl1pPr>
          </a:lstStyle>
          <a:p>
            <a:r>
              <a:rPr lang="es-ES"/>
              <a:t>Haga clic para modificar el estilo de título del patrón</a:t>
            </a:r>
            <a:endParaRPr lang="es-ES_tradnl" dirty="0"/>
          </a:p>
        </p:txBody>
      </p:sp>
    </p:spTree>
    <p:extLst>
      <p:ext uri="{BB962C8B-B14F-4D97-AF65-F5344CB8AC3E}">
        <p14:creationId xmlns:p14="http://schemas.microsoft.com/office/powerpoint/2010/main" val="40794485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pic>
        <p:nvPicPr>
          <p:cNvPr id="3" name="Imagen 6" descr="Background Auren-2.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2362200"/>
            <a:ext cx="121920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n 7"/>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4710113" y="838200"/>
            <a:ext cx="24669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ítulo 5"/>
          <p:cNvSpPr>
            <a:spLocks noGrp="1"/>
          </p:cNvSpPr>
          <p:nvPr>
            <p:ph type="title"/>
          </p:nvPr>
        </p:nvSpPr>
        <p:spPr>
          <a:xfrm>
            <a:off x="609699" y="2438400"/>
            <a:ext cx="10972604" cy="1143000"/>
          </a:xfrm>
        </p:spPr>
        <p:txBody>
          <a:bodyPr/>
          <a:lstStyle>
            <a:lvl1pPr>
              <a:defRPr>
                <a:solidFill>
                  <a:srgbClr val="25282A"/>
                </a:solidFill>
                <a:latin typeface="Verdana"/>
                <a:cs typeface="Verdana"/>
              </a:defRPr>
            </a:lvl1pPr>
          </a:lstStyle>
          <a:p>
            <a:r>
              <a:rPr lang="es-ES"/>
              <a:t>Haga clic para modificar el estilo de título del patrón</a:t>
            </a:r>
            <a:endParaRPr lang="es-ES_tradnl" dirty="0"/>
          </a:p>
        </p:txBody>
      </p:sp>
      <p:sp>
        <p:nvSpPr>
          <p:cNvPr id="5" name="5 Marcador de número de diapositiva">
            <a:extLst>
              <a:ext uri="{FF2B5EF4-FFF2-40B4-BE49-F238E27FC236}">
                <a16:creationId xmlns:a16="http://schemas.microsoft.com/office/drawing/2014/main" id="{B2663381-0CF9-450F-98F6-A2C227584CF3}"/>
              </a:ext>
            </a:extLst>
          </p:cNvPr>
          <p:cNvSpPr>
            <a:spLocks noGrp="1"/>
          </p:cNvSpPr>
          <p:nvPr>
            <p:ph type="sldNum" sz="quarter" idx="10"/>
          </p:nvPr>
        </p:nvSpPr>
        <p:spPr/>
        <p:txBody>
          <a:bodyPr/>
          <a:lstStyle>
            <a:lvl1pPr>
              <a:defRPr/>
            </a:lvl1pPr>
          </a:lstStyle>
          <a:p>
            <a:pPr>
              <a:defRPr/>
            </a:pPr>
            <a:fld id="{C2BAD9C4-5B66-4C5F-9196-DA3C4E2771B2}" type="slidenum">
              <a:rPr lang="es-ES"/>
              <a:pPr>
                <a:defRPr/>
              </a:pPr>
              <a:t>‹Nº›</a:t>
            </a:fld>
            <a:endParaRPr lang="es-ES"/>
          </a:p>
        </p:txBody>
      </p:sp>
    </p:spTree>
    <p:extLst>
      <p:ext uri="{BB962C8B-B14F-4D97-AF65-F5344CB8AC3E}">
        <p14:creationId xmlns:p14="http://schemas.microsoft.com/office/powerpoint/2010/main" val="28196497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pic>
        <p:nvPicPr>
          <p:cNvPr id="3" name="Imagen 6"/>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Elipse 3">
            <a:extLst>
              <a:ext uri="{FF2B5EF4-FFF2-40B4-BE49-F238E27FC236}">
                <a16:creationId xmlns:a16="http://schemas.microsoft.com/office/drawing/2014/main" id="{3AABABD7-E85F-48BE-8FB9-9B02B3589AD5}"/>
              </a:ext>
            </a:extLst>
          </p:cNvPr>
          <p:cNvSpPr/>
          <p:nvPr/>
        </p:nvSpPr>
        <p:spPr>
          <a:xfrm>
            <a:off x="6959600" y="2624138"/>
            <a:ext cx="3960813" cy="3960812"/>
          </a:xfrm>
          <a:prstGeom prst="ellipse">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6" name="Título 5"/>
          <p:cNvSpPr>
            <a:spLocks noGrp="1"/>
          </p:cNvSpPr>
          <p:nvPr>
            <p:ph type="title"/>
          </p:nvPr>
        </p:nvSpPr>
        <p:spPr>
          <a:xfrm>
            <a:off x="7010499" y="3764632"/>
            <a:ext cx="3860701" cy="1752600"/>
          </a:xfrm>
        </p:spPr>
        <p:txBody>
          <a:bodyPr/>
          <a:lstStyle>
            <a:lvl1pPr>
              <a:defRPr sz="3700" baseline="30000">
                <a:solidFill>
                  <a:srgbClr val="F2F2F2"/>
                </a:solidFill>
                <a:latin typeface="Verdana"/>
                <a:cs typeface="Verdana"/>
              </a:defRPr>
            </a:lvl1pPr>
          </a:lstStyle>
          <a:p>
            <a:r>
              <a:rPr lang="es-ES"/>
              <a:t>Haga clic para modificar el estilo de título del patrón</a:t>
            </a:r>
            <a:endParaRPr lang="es-ES_tradnl" dirty="0"/>
          </a:p>
        </p:txBody>
      </p:sp>
      <p:sp>
        <p:nvSpPr>
          <p:cNvPr id="5" name="5 Marcador de número de diapositiva">
            <a:extLst>
              <a:ext uri="{FF2B5EF4-FFF2-40B4-BE49-F238E27FC236}">
                <a16:creationId xmlns:a16="http://schemas.microsoft.com/office/drawing/2014/main" id="{7DC6CAC1-E8BD-4DA8-99EF-B54F95537317}"/>
              </a:ext>
            </a:extLst>
          </p:cNvPr>
          <p:cNvSpPr>
            <a:spLocks noGrp="1"/>
          </p:cNvSpPr>
          <p:nvPr>
            <p:ph type="sldNum" sz="quarter" idx="10"/>
          </p:nvPr>
        </p:nvSpPr>
        <p:spPr/>
        <p:txBody>
          <a:bodyPr/>
          <a:lstStyle>
            <a:lvl1pPr>
              <a:defRPr/>
            </a:lvl1pPr>
          </a:lstStyle>
          <a:p>
            <a:pPr>
              <a:defRPr/>
            </a:pPr>
            <a:fld id="{62A2D2E6-A6EF-4C82-BFB8-02B0D652481D}" type="slidenum">
              <a:rPr lang="es-ES"/>
              <a:pPr>
                <a:defRPr/>
              </a:pPr>
              <a:t>‹Nº›</a:t>
            </a:fld>
            <a:endParaRPr lang="es-ES"/>
          </a:p>
        </p:txBody>
      </p:sp>
    </p:spTree>
    <p:extLst>
      <p:ext uri="{BB962C8B-B14F-4D97-AF65-F5344CB8AC3E}">
        <p14:creationId xmlns:p14="http://schemas.microsoft.com/office/powerpoint/2010/main" val="6872101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Encabezado de sección">
    <p:spTree>
      <p:nvGrpSpPr>
        <p:cNvPr id="1" name=""/>
        <p:cNvGrpSpPr/>
        <p:nvPr/>
      </p:nvGrpSpPr>
      <p:grpSpPr>
        <a:xfrm>
          <a:off x="0" y="0"/>
          <a:ext cx="0" cy="0"/>
          <a:chOff x="0" y="0"/>
          <a:chExt cx="0" cy="0"/>
        </a:xfrm>
      </p:grpSpPr>
      <p:pic>
        <p:nvPicPr>
          <p:cNvPr id="3" name="Imagen 6"/>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Elipse 3">
            <a:extLst>
              <a:ext uri="{FF2B5EF4-FFF2-40B4-BE49-F238E27FC236}">
                <a16:creationId xmlns:a16="http://schemas.microsoft.com/office/drawing/2014/main" id="{A0F32BBD-82B0-4A02-A5D9-CCE43012AAE6}"/>
              </a:ext>
            </a:extLst>
          </p:cNvPr>
          <p:cNvSpPr/>
          <p:nvPr/>
        </p:nvSpPr>
        <p:spPr>
          <a:xfrm>
            <a:off x="6959600" y="2624138"/>
            <a:ext cx="3960813" cy="3960812"/>
          </a:xfrm>
          <a:prstGeom prst="ellipse">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9" name="Título 5">
            <a:extLst>
              <a:ext uri="{FF2B5EF4-FFF2-40B4-BE49-F238E27FC236}">
                <a16:creationId xmlns:a16="http://schemas.microsoft.com/office/drawing/2014/main" id="{8039908A-6562-4FF0-AE49-1300A31168BF}"/>
              </a:ext>
            </a:extLst>
          </p:cNvPr>
          <p:cNvSpPr>
            <a:spLocks noGrp="1"/>
          </p:cNvSpPr>
          <p:nvPr>
            <p:ph type="title"/>
          </p:nvPr>
        </p:nvSpPr>
        <p:spPr>
          <a:xfrm>
            <a:off x="7010499" y="3764632"/>
            <a:ext cx="3860701" cy="1752600"/>
          </a:xfrm>
        </p:spPr>
        <p:txBody>
          <a:bodyPr/>
          <a:lstStyle>
            <a:lvl1pPr>
              <a:defRPr sz="3700" baseline="30000">
                <a:solidFill>
                  <a:srgbClr val="F2F2F2"/>
                </a:solidFill>
                <a:latin typeface="Verdana"/>
                <a:cs typeface="Verdana"/>
              </a:defRPr>
            </a:lvl1pPr>
          </a:lstStyle>
          <a:p>
            <a:r>
              <a:rPr lang="es-ES"/>
              <a:t>Haga clic para modificar el estilo de título del patrón</a:t>
            </a:r>
            <a:endParaRPr lang="es-ES_tradnl" dirty="0"/>
          </a:p>
        </p:txBody>
      </p:sp>
      <p:sp>
        <p:nvSpPr>
          <p:cNvPr id="5" name="5 Marcador de número de diapositiva">
            <a:extLst>
              <a:ext uri="{FF2B5EF4-FFF2-40B4-BE49-F238E27FC236}">
                <a16:creationId xmlns:a16="http://schemas.microsoft.com/office/drawing/2014/main" id="{9F0BD2B1-FAEB-45B1-B19D-BC481FD47252}"/>
              </a:ext>
            </a:extLst>
          </p:cNvPr>
          <p:cNvSpPr>
            <a:spLocks noGrp="1"/>
          </p:cNvSpPr>
          <p:nvPr>
            <p:ph type="sldNum" sz="quarter" idx="10"/>
          </p:nvPr>
        </p:nvSpPr>
        <p:spPr/>
        <p:txBody>
          <a:bodyPr/>
          <a:lstStyle>
            <a:lvl1pPr>
              <a:defRPr/>
            </a:lvl1pPr>
          </a:lstStyle>
          <a:p>
            <a:pPr>
              <a:defRPr/>
            </a:pPr>
            <a:fld id="{1FE4DC9D-0052-4A8B-A783-7C19A57E3C9D}" type="slidenum">
              <a:rPr lang="es-ES"/>
              <a:pPr>
                <a:defRPr/>
              </a:pPr>
              <a:t>‹Nº›</a:t>
            </a:fld>
            <a:endParaRPr lang="es-ES"/>
          </a:p>
        </p:txBody>
      </p:sp>
    </p:spTree>
    <p:extLst>
      <p:ext uri="{BB962C8B-B14F-4D97-AF65-F5344CB8AC3E}">
        <p14:creationId xmlns:p14="http://schemas.microsoft.com/office/powerpoint/2010/main" val="24139355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Encabezado de sección">
    <p:spTree>
      <p:nvGrpSpPr>
        <p:cNvPr id="1" name=""/>
        <p:cNvGrpSpPr/>
        <p:nvPr/>
      </p:nvGrpSpPr>
      <p:grpSpPr>
        <a:xfrm>
          <a:off x="0" y="0"/>
          <a:ext cx="0" cy="0"/>
          <a:chOff x="0" y="0"/>
          <a:chExt cx="0" cy="0"/>
        </a:xfrm>
      </p:grpSpPr>
      <p:pic>
        <p:nvPicPr>
          <p:cNvPr id="3" name="Imagen 6"/>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Elipse 3">
            <a:extLst>
              <a:ext uri="{FF2B5EF4-FFF2-40B4-BE49-F238E27FC236}">
                <a16:creationId xmlns:a16="http://schemas.microsoft.com/office/drawing/2014/main" id="{C1547A38-D9DA-450A-8CFB-C676C61E680E}"/>
              </a:ext>
            </a:extLst>
          </p:cNvPr>
          <p:cNvSpPr/>
          <p:nvPr/>
        </p:nvSpPr>
        <p:spPr>
          <a:xfrm>
            <a:off x="6959600" y="2624138"/>
            <a:ext cx="3960813" cy="3960812"/>
          </a:xfrm>
          <a:prstGeom prst="ellipse">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9" name="Título 5">
            <a:extLst>
              <a:ext uri="{FF2B5EF4-FFF2-40B4-BE49-F238E27FC236}">
                <a16:creationId xmlns:a16="http://schemas.microsoft.com/office/drawing/2014/main" id="{44BA4D3C-4688-48BA-8286-99E1455DE078}"/>
              </a:ext>
            </a:extLst>
          </p:cNvPr>
          <p:cNvSpPr>
            <a:spLocks noGrp="1"/>
          </p:cNvSpPr>
          <p:nvPr>
            <p:ph type="title"/>
          </p:nvPr>
        </p:nvSpPr>
        <p:spPr>
          <a:xfrm>
            <a:off x="7010499" y="3764632"/>
            <a:ext cx="3860701" cy="1752600"/>
          </a:xfrm>
        </p:spPr>
        <p:txBody>
          <a:bodyPr/>
          <a:lstStyle>
            <a:lvl1pPr>
              <a:defRPr sz="3700" baseline="30000">
                <a:solidFill>
                  <a:srgbClr val="F2F2F2"/>
                </a:solidFill>
                <a:latin typeface="Verdana"/>
                <a:cs typeface="Verdana"/>
              </a:defRPr>
            </a:lvl1pPr>
          </a:lstStyle>
          <a:p>
            <a:r>
              <a:rPr lang="es-ES"/>
              <a:t>Haga clic para modificar el estilo de título del patrón</a:t>
            </a:r>
            <a:endParaRPr lang="es-ES_tradnl" dirty="0"/>
          </a:p>
        </p:txBody>
      </p:sp>
      <p:sp>
        <p:nvSpPr>
          <p:cNvPr id="5" name="5 Marcador de número de diapositiva">
            <a:extLst>
              <a:ext uri="{FF2B5EF4-FFF2-40B4-BE49-F238E27FC236}">
                <a16:creationId xmlns:a16="http://schemas.microsoft.com/office/drawing/2014/main" id="{E3C4837A-F00A-4C7E-9C76-94975EB2FD24}"/>
              </a:ext>
            </a:extLst>
          </p:cNvPr>
          <p:cNvSpPr>
            <a:spLocks noGrp="1"/>
          </p:cNvSpPr>
          <p:nvPr>
            <p:ph type="sldNum" sz="quarter" idx="10"/>
          </p:nvPr>
        </p:nvSpPr>
        <p:spPr/>
        <p:txBody>
          <a:bodyPr/>
          <a:lstStyle>
            <a:lvl1pPr>
              <a:defRPr/>
            </a:lvl1pPr>
          </a:lstStyle>
          <a:p>
            <a:pPr>
              <a:defRPr/>
            </a:pPr>
            <a:fld id="{48DC78C9-BD45-4AAD-986F-AD99893FA99B}" type="slidenum">
              <a:rPr lang="es-ES"/>
              <a:pPr>
                <a:defRPr/>
              </a:pPr>
              <a:t>‹Nº›</a:t>
            </a:fld>
            <a:endParaRPr lang="es-ES"/>
          </a:p>
        </p:txBody>
      </p:sp>
    </p:spTree>
    <p:extLst>
      <p:ext uri="{BB962C8B-B14F-4D97-AF65-F5344CB8AC3E}">
        <p14:creationId xmlns:p14="http://schemas.microsoft.com/office/powerpoint/2010/main" val="23903939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Encabezado de sección">
    <p:spTree>
      <p:nvGrpSpPr>
        <p:cNvPr id="1" name=""/>
        <p:cNvGrpSpPr/>
        <p:nvPr/>
      </p:nvGrpSpPr>
      <p:grpSpPr>
        <a:xfrm>
          <a:off x="0" y="0"/>
          <a:ext cx="0" cy="0"/>
          <a:chOff x="0" y="0"/>
          <a:chExt cx="0" cy="0"/>
        </a:xfrm>
      </p:grpSpPr>
      <p:pic>
        <p:nvPicPr>
          <p:cNvPr id="3" name="Imagen 6"/>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Elipse 3">
            <a:extLst>
              <a:ext uri="{FF2B5EF4-FFF2-40B4-BE49-F238E27FC236}">
                <a16:creationId xmlns:a16="http://schemas.microsoft.com/office/drawing/2014/main" id="{0D52ACA4-C91D-424E-952F-0CB10A98AD7A}"/>
              </a:ext>
            </a:extLst>
          </p:cNvPr>
          <p:cNvSpPr/>
          <p:nvPr/>
        </p:nvSpPr>
        <p:spPr>
          <a:xfrm>
            <a:off x="6959600" y="2624138"/>
            <a:ext cx="3960813" cy="3960812"/>
          </a:xfrm>
          <a:prstGeom prst="ellipse">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9" name="Título 5">
            <a:extLst>
              <a:ext uri="{FF2B5EF4-FFF2-40B4-BE49-F238E27FC236}">
                <a16:creationId xmlns:a16="http://schemas.microsoft.com/office/drawing/2014/main" id="{939F0DCE-A36B-452C-9CDE-9CDD922186EF}"/>
              </a:ext>
            </a:extLst>
          </p:cNvPr>
          <p:cNvSpPr>
            <a:spLocks noGrp="1"/>
          </p:cNvSpPr>
          <p:nvPr>
            <p:ph type="title"/>
          </p:nvPr>
        </p:nvSpPr>
        <p:spPr>
          <a:xfrm>
            <a:off x="7010499" y="3764632"/>
            <a:ext cx="3860701" cy="1752600"/>
          </a:xfrm>
        </p:spPr>
        <p:txBody>
          <a:bodyPr/>
          <a:lstStyle>
            <a:lvl1pPr>
              <a:defRPr sz="3700" baseline="30000">
                <a:solidFill>
                  <a:srgbClr val="F2F2F2"/>
                </a:solidFill>
                <a:latin typeface="Verdana"/>
                <a:cs typeface="Verdana"/>
              </a:defRPr>
            </a:lvl1pPr>
          </a:lstStyle>
          <a:p>
            <a:r>
              <a:rPr lang="es-ES"/>
              <a:t>Haga clic para modificar el estilo de título del patrón</a:t>
            </a:r>
            <a:endParaRPr lang="es-ES_tradnl" dirty="0"/>
          </a:p>
        </p:txBody>
      </p:sp>
      <p:sp>
        <p:nvSpPr>
          <p:cNvPr id="5" name="5 Marcador de número de diapositiva">
            <a:extLst>
              <a:ext uri="{FF2B5EF4-FFF2-40B4-BE49-F238E27FC236}">
                <a16:creationId xmlns:a16="http://schemas.microsoft.com/office/drawing/2014/main" id="{8C87406C-EEE9-454B-87CE-B26089D5DA31}"/>
              </a:ext>
            </a:extLst>
          </p:cNvPr>
          <p:cNvSpPr>
            <a:spLocks noGrp="1"/>
          </p:cNvSpPr>
          <p:nvPr>
            <p:ph type="sldNum" sz="quarter" idx="10"/>
          </p:nvPr>
        </p:nvSpPr>
        <p:spPr/>
        <p:txBody>
          <a:bodyPr/>
          <a:lstStyle>
            <a:lvl1pPr>
              <a:defRPr/>
            </a:lvl1pPr>
          </a:lstStyle>
          <a:p>
            <a:pPr>
              <a:defRPr/>
            </a:pPr>
            <a:fld id="{445704D0-9658-460E-A128-0880D98F589F}" type="slidenum">
              <a:rPr lang="es-ES"/>
              <a:pPr>
                <a:defRPr/>
              </a:pPr>
              <a:t>‹Nº›</a:t>
            </a:fld>
            <a:endParaRPr lang="es-ES"/>
          </a:p>
        </p:txBody>
      </p:sp>
    </p:spTree>
    <p:extLst>
      <p:ext uri="{BB962C8B-B14F-4D97-AF65-F5344CB8AC3E}">
        <p14:creationId xmlns:p14="http://schemas.microsoft.com/office/powerpoint/2010/main" val="8762827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FAA20C2A-6748-45E0-815B-000C4A3E0E89}"/>
              </a:ext>
            </a:extLst>
          </p:cNvPr>
          <p:cNvSpPr/>
          <p:nvPr/>
        </p:nvSpPr>
        <p:spPr>
          <a:xfrm>
            <a:off x="0" y="1295400"/>
            <a:ext cx="3556000" cy="46038"/>
          </a:xfrm>
          <a:prstGeom prst="rect">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2" name="1 Título"/>
          <p:cNvSpPr>
            <a:spLocks noGrp="1"/>
          </p:cNvSpPr>
          <p:nvPr>
            <p:ph type="title"/>
          </p:nvPr>
        </p:nvSpPr>
        <p:spPr>
          <a:xfrm>
            <a:off x="609700" y="473074"/>
            <a:ext cx="3352701" cy="822327"/>
          </a:xfrm>
        </p:spPr>
        <p:txBody>
          <a:bodyPr anchor="t"/>
          <a:lstStyle>
            <a:lvl1pPr algn="l">
              <a:defRPr sz="1600" b="1">
                <a:solidFill>
                  <a:srgbClr val="25282A"/>
                </a:solidFill>
                <a:latin typeface="Verdana"/>
                <a:cs typeface="Verdana"/>
              </a:defRPr>
            </a:lvl1pPr>
          </a:lstStyle>
          <a:p>
            <a:r>
              <a:rPr lang="es-ES"/>
              <a:t>Haga clic para modificar el estilo de título del patrón</a:t>
            </a:r>
            <a:endParaRPr lang="es-ES" dirty="0"/>
          </a:p>
        </p:txBody>
      </p:sp>
      <p:sp>
        <p:nvSpPr>
          <p:cNvPr id="3" name="2 Marcador de contenido"/>
          <p:cNvSpPr>
            <a:spLocks noGrp="1"/>
          </p:cNvSpPr>
          <p:nvPr>
            <p:ph sz="half" idx="1"/>
          </p:nvPr>
        </p:nvSpPr>
        <p:spPr>
          <a:xfrm>
            <a:off x="4165600" y="503236"/>
            <a:ext cx="3657600" cy="5592765"/>
          </a:xfrm>
        </p:spPr>
        <p:txBody>
          <a:bodyPr/>
          <a:lstStyle>
            <a:lvl1pPr algn="l">
              <a:defRPr sz="1300">
                <a:solidFill>
                  <a:srgbClr val="25282A"/>
                </a:solidFill>
                <a:latin typeface="Verdana"/>
                <a:cs typeface="Verdana"/>
              </a:defRPr>
            </a:lvl1pPr>
            <a:lvl2pPr algn="l">
              <a:defRPr sz="1300">
                <a:solidFill>
                  <a:srgbClr val="25282A"/>
                </a:solidFill>
                <a:latin typeface="Verdana"/>
                <a:cs typeface="Verdana"/>
              </a:defRPr>
            </a:lvl2pPr>
            <a:lvl3pPr algn="l">
              <a:defRPr sz="1300">
                <a:solidFill>
                  <a:srgbClr val="25282A"/>
                </a:solidFill>
                <a:latin typeface="Verdana"/>
                <a:cs typeface="Verdana"/>
              </a:defRPr>
            </a:lvl3pPr>
            <a:lvl4pPr algn="l">
              <a:defRPr sz="1300">
                <a:solidFill>
                  <a:srgbClr val="25282A"/>
                </a:solidFill>
                <a:latin typeface="Verdana"/>
                <a:cs typeface="Verdana"/>
              </a:defRPr>
            </a:lvl4pPr>
            <a:lvl5pPr algn="l">
              <a:defRPr sz="1300">
                <a:solidFill>
                  <a:srgbClr val="25282A"/>
                </a:solidFill>
                <a:latin typeface="Verdana"/>
                <a:cs typeface="Verdana"/>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4" name="3 Marcador de contenido"/>
          <p:cNvSpPr>
            <a:spLocks noGrp="1"/>
          </p:cNvSpPr>
          <p:nvPr>
            <p:ph sz="half" idx="2"/>
          </p:nvPr>
        </p:nvSpPr>
        <p:spPr>
          <a:xfrm>
            <a:off x="8026400" y="503236"/>
            <a:ext cx="3556000" cy="5592765"/>
          </a:xfrm>
        </p:spPr>
        <p:txBody>
          <a:bodyPr/>
          <a:lstStyle>
            <a:lvl1pPr algn="l">
              <a:defRPr sz="1300">
                <a:solidFill>
                  <a:srgbClr val="25282A"/>
                </a:solidFill>
                <a:latin typeface="Verdana"/>
                <a:cs typeface="Verdana"/>
              </a:defRPr>
            </a:lvl1pPr>
            <a:lvl2pPr algn="l">
              <a:defRPr sz="1300">
                <a:solidFill>
                  <a:srgbClr val="25282A"/>
                </a:solidFill>
                <a:latin typeface="Verdana"/>
                <a:cs typeface="Verdana"/>
              </a:defRPr>
            </a:lvl2pPr>
            <a:lvl3pPr algn="l">
              <a:defRPr sz="1300">
                <a:solidFill>
                  <a:srgbClr val="25282A"/>
                </a:solidFill>
                <a:latin typeface="Verdana"/>
                <a:cs typeface="Verdana"/>
              </a:defRPr>
            </a:lvl3pPr>
            <a:lvl4pPr algn="l">
              <a:defRPr sz="1300">
                <a:solidFill>
                  <a:srgbClr val="25282A"/>
                </a:solidFill>
                <a:latin typeface="Verdana"/>
                <a:cs typeface="Verdana"/>
              </a:defRPr>
            </a:lvl4pPr>
            <a:lvl5pPr algn="l">
              <a:defRPr sz="1300">
                <a:solidFill>
                  <a:srgbClr val="25282A"/>
                </a:solidFill>
                <a:latin typeface="Verdana"/>
                <a:cs typeface="Verdana"/>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6" name="3 Marcador de fecha">
            <a:extLst>
              <a:ext uri="{FF2B5EF4-FFF2-40B4-BE49-F238E27FC236}">
                <a16:creationId xmlns:a16="http://schemas.microsoft.com/office/drawing/2014/main" id="{02920B12-CA57-40C2-BA69-13AAF65896C1}"/>
              </a:ext>
            </a:extLst>
          </p:cNvPr>
          <p:cNvSpPr>
            <a:spLocks noGrp="1"/>
          </p:cNvSpPr>
          <p:nvPr>
            <p:ph type="dt" sz="half" idx="10"/>
          </p:nvPr>
        </p:nvSpPr>
        <p:spPr/>
        <p:txBody>
          <a:bodyPr/>
          <a:lstStyle>
            <a:lvl1pPr>
              <a:defRPr/>
            </a:lvl1pPr>
          </a:lstStyle>
          <a:p>
            <a:pPr>
              <a:defRPr/>
            </a:pPr>
            <a:fld id="{9CF31ED6-6B1B-4E36-AED3-2BC2A3127280}" type="datetimeFigureOut">
              <a:rPr lang="es-ES"/>
              <a:pPr>
                <a:defRPr/>
              </a:pPr>
              <a:t>22/01/2024</a:t>
            </a:fld>
            <a:endParaRPr lang="es-ES"/>
          </a:p>
        </p:txBody>
      </p:sp>
      <p:sp>
        <p:nvSpPr>
          <p:cNvPr id="7" name="4 Marcador de pie de página">
            <a:extLst>
              <a:ext uri="{FF2B5EF4-FFF2-40B4-BE49-F238E27FC236}">
                <a16:creationId xmlns:a16="http://schemas.microsoft.com/office/drawing/2014/main" id="{9A5F907C-6EE9-41EF-B161-FE858BCF0C86}"/>
              </a:ext>
            </a:extLst>
          </p:cNvPr>
          <p:cNvSpPr>
            <a:spLocks noGrp="1"/>
          </p:cNvSpPr>
          <p:nvPr>
            <p:ph type="ftr" sz="quarter" idx="11"/>
          </p:nvPr>
        </p:nvSpPr>
        <p:spPr/>
        <p:txBody>
          <a:bodyPr/>
          <a:lstStyle>
            <a:lvl1pPr>
              <a:defRPr/>
            </a:lvl1pPr>
          </a:lstStyle>
          <a:p>
            <a:pPr>
              <a:defRPr/>
            </a:pPr>
            <a:endParaRPr lang="es-ES"/>
          </a:p>
        </p:txBody>
      </p:sp>
      <p:sp>
        <p:nvSpPr>
          <p:cNvPr id="8" name="5 Marcador de número de diapositiva">
            <a:extLst>
              <a:ext uri="{FF2B5EF4-FFF2-40B4-BE49-F238E27FC236}">
                <a16:creationId xmlns:a16="http://schemas.microsoft.com/office/drawing/2014/main" id="{C29253E9-F529-4C71-9A2A-8BCAD7981EC2}"/>
              </a:ext>
            </a:extLst>
          </p:cNvPr>
          <p:cNvSpPr>
            <a:spLocks noGrp="1"/>
          </p:cNvSpPr>
          <p:nvPr>
            <p:ph type="sldNum" sz="quarter" idx="12"/>
          </p:nvPr>
        </p:nvSpPr>
        <p:spPr/>
        <p:txBody>
          <a:bodyPr/>
          <a:lstStyle>
            <a:lvl1pPr>
              <a:defRPr/>
            </a:lvl1pPr>
          </a:lstStyle>
          <a:p>
            <a:pPr>
              <a:defRPr/>
            </a:pPr>
            <a:fld id="{00E22C85-2CEE-4CB5-9E4E-D6435922C50B}" type="slidenum">
              <a:rPr lang="es-ES"/>
              <a:pPr>
                <a:defRPr/>
              </a:pPr>
              <a:t>‹Nº›</a:t>
            </a:fld>
            <a:endParaRPr lang="es-ES"/>
          </a:p>
        </p:txBody>
      </p:sp>
    </p:spTree>
    <p:extLst>
      <p:ext uri="{BB962C8B-B14F-4D97-AF65-F5344CB8AC3E}">
        <p14:creationId xmlns:p14="http://schemas.microsoft.com/office/powerpoint/2010/main" val="8785603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Dos objetos">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9333A579-4230-44E6-ADB6-563083DD8110}"/>
              </a:ext>
            </a:extLst>
          </p:cNvPr>
          <p:cNvSpPr/>
          <p:nvPr/>
        </p:nvSpPr>
        <p:spPr>
          <a:xfrm>
            <a:off x="0" y="1295400"/>
            <a:ext cx="3556000" cy="46038"/>
          </a:xfrm>
          <a:prstGeom prst="rect">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2" name="1 Título"/>
          <p:cNvSpPr>
            <a:spLocks noGrp="1"/>
          </p:cNvSpPr>
          <p:nvPr>
            <p:ph type="title"/>
          </p:nvPr>
        </p:nvSpPr>
        <p:spPr>
          <a:xfrm>
            <a:off x="609700" y="473074"/>
            <a:ext cx="3352701" cy="822327"/>
          </a:xfrm>
        </p:spPr>
        <p:txBody>
          <a:bodyPr anchor="t"/>
          <a:lstStyle>
            <a:lvl1pPr algn="l">
              <a:defRPr sz="1600" b="1">
                <a:solidFill>
                  <a:srgbClr val="25282A"/>
                </a:solidFill>
                <a:latin typeface="Verdana"/>
                <a:cs typeface="Verdana"/>
              </a:defRPr>
            </a:lvl1pPr>
          </a:lstStyle>
          <a:p>
            <a:r>
              <a:rPr lang="es-ES"/>
              <a:t>Haga clic para modificar el estilo de título del patrón</a:t>
            </a:r>
            <a:endParaRPr lang="es-ES" dirty="0"/>
          </a:p>
        </p:txBody>
      </p:sp>
      <p:sp>
        <p:nvSpPr>
          <p:cNvPr id="3" name="2 Marcador de contenido"/>
          <p:cNvSpPr>
            <a:spLocks noGrp="1"/>
          </p:cNvSpPr>
          <p:nvPr>
            <p:ph sz="half" idx="1"/>
          </p:nvPr>
        </p:nvSpPr>
        <p:spPr>
          <a:xfrm>
            <a:off x="2351584" y="1988840"/>
            <a:ext cx="8832981" cy="4107160"/>
          </a:xfrm>
        </p:spPr>
        <p:txBody>
          <a:bodyPr/>
          <a:lstStyle>
            <a:lvl1pPr marL="0" indent="0" algn="l">
              <a:buFontTx/>
              <a:buNone/>
              <a:defRPr sz="1300">
                <a:solidFill>
                  <a:srgbClr val="25282A"/>
                </a:solidFill>
                <a:latin typeface="Verdana"/>
                <a:cs typeface="Verdana"/>
              </a:defRPr>
            </a:lvl1pPr>
            <a:lvl2pPr marL="457200" indent="0" algn="l">
              <a:buFontTx/>
              <a:buNone/>
              <a:defRPr sz="1300">
                <a:solidFill>
                  <a:srgbClr val="262729"/>
                </a:solidFill>
                <a:latin typeface="Verdana"/>
                <a:cs typeface="Verdana"/>
              </a:defRPr>
            </a:lvl2pPr>
            <a:lvl3pPr marL="914400" indent="0" algn="l">
              <a:buFontTx/>
              <a:buNone/>
              <a:defRPr sz="1300">
                <a:solidFill>
                  <a:srgbClr val="262729"/>
                </a:solidFill>
                <a:latin typeface="Verdana"/>
                <a:cs typeface="Verdana"/>
              </a:defRPr>
            </a:lvl3pPr>
            <a:lvl4pPr marL="1371600" indent="0" algn="l">
              <a:buFontTx/>
              <a:buNone/>
              <a:defRPr sz="1300">
                <a:solidFill>
                  <a:srgbClr val="262729"/>
                </a:solidFill>
                <a:latin typeface="Verdana"/>
                <a:cs typeface="Verdana"/>
              </a:defRPr>
            </a:lvl4pPr>
            <a:lvl5pPr marL="1828800" indent="0" algn="l">
              <a:buFontTx/>
              <a:buNone/>
              <a:defRPr sz="1300">
                <a:solidFill>
                  <a:srgbClr val="262729"/>
                </a:solidFill>
                <a:latin typeface="Verdana"/>
                <a:cs typeface="Verdana"/>
              </a:defRPr>
            </a:lvl5pPr>
            <a:lvl6pPr>
              <a:defRPr sz="1800"/>
            </a:lvl6pPr>
            <a:lvl7pPr>
              <a:defRPr sz="1800"/>
            </a:lvl7pPr>
            <a:lvl8pPr>
              <a:defRPr sz="1800"/>
            </a:lvl8pPr>
            <a:lvl9pPr>
              <a:defRPr sz="1800"/>
            </a:lvl9pPr>
          </a:lstStyle>
          <a:p>
            <a:pPr lvl="0"/>
            <a:r>
              <a:rPr lang="es-ES"/>
              <a:t>Haga clic para modificar el estilo de texto del patrón</a:t>
            </a:r>
          </a:p>
        </p:txBody>
      </p:sp>
      <p:sp>
        <p:nvSpPr>
          <p:cNvPr id="5" name="3 Marcador de fecha">
            <a:extLst>
              <a:ext uri="{FF2B5EF4-FFF2-40B4-BE49-F238E27FC236}">
                <a16:creationId xmlns:a16="http://schemas.microsoft.com/office/drawing/2014/main" id="{104387F9-D451-4858-91DF-E30FC585520E}"/>
              </a:ext>
            </a:extLst>
          </p:cNvPr>
          <p:cNvSpPr>
            <a:spLocks noGrp="1"/>
          </p:cNvSpPr>
          <p:nvPr>
            <p:ph type="dt" sz="half" idx="10"/>
          </p:nvPr>
        </p:nvSpPr>
        <p:spPr/>
        <p:txBody>
          <a:bodyPr/>
          <a:lstStyle>
            <a:lvl1pPr>
              <a:defRPr/>
            </a:lvl1pPr>
          </a:lstStyle>
          <a:p>
            <a:pPr>
              <a:defRPr/>
            </a:pPr>
            <a:fld id="{C65DE68C-D35E-4691-9CE6-D0B59503091B}" type="datetimeFigureOut">
              <a:rPr lang="es-ES"/>
              <a:pPr>
                <a:defRPr/>
              </a:pPr>
              <a:t>22/01/2024</a:t>
            </a:fld>
            <a:endParaRPr lang="es-ES"/>
          </a:p>
        </p:txBody>
      </p:sp>
      <p:sp>
        <p:nvSpPr>
          <p:cNvPr id="6" name="4 Marcador de pie de página">
            <a:extLst>
              <a:ext uri="{FF2B5EF4-FFF2-40B4-BE49-F238E27FC236}">
                <a16:creationId xmlns:a16="http://schemas.microsoft.com/office/drawing/2014/main" id="{88EA0E1F-ECE9-43F7-84E6-7BF07D4366A2}"/>
              </a:ext>
            </a:extLst>
          </p:cNvPr>
          <p:cNvSpPr>
            <a:spLocks noGrp="1"/>
          </p:cNvSpPr>
          <p:nvPr>
            <p:ph type="ftr" sz="quarter" idx="11"/>
          </p:nvPr>
        </p:nvSpPr>
        <p:spPr/>
        <p:txBody>
          <a:bodyPr/>
          <a:lstStyle>
            <a:lvl1pPr>
              <a:defRPr/>
            </a:lvl1pPr>
          </a:lstStyle>
          <a:p>
            <a:pPr>
              <a:defRPr/>
            </a:pPr>
            <a:endParaRPr lang="es-ES"/>
          </a:p>
        </p:txBody>
      </p:sp>
      <p:sp>
        <p:nvSpPr>
          <p:cNvPr id="7" name="5 Marcador de número de diapositiva">
            <a:extLst>
              <a:ext uri="{FF2B5EF4-FFF2-40B4-BE49-F238E27FC236}">
                <a16:creationId xmlns:a16="http://schemas.microsoft.com/office/drawing/2014/main" id="{A7ABA39D-062D-40F1-9F42-E9032EDBD326}"/>
              </a:ext>
            </a:extLst>
          </p:cNvPr>
          <p:cNvSpPr>
            <a:spLocks noGrp="1"/>
          </p:cNvSpPr>
          <p:nvPr>
            <p:ph type="sldNum" sz="quarter" idx="12"/>
          </p:nvPr>
        </p:nvSpPr>
        <p:spPr/>
        <p:txBody>
          <a:bodyPr/>
          <a:lstStyle>
            <a:lvl1pPr>
              <a:defRPr/>
            </a:lvl1pPr>
          </a:lstStyle>
          <a:p>
            <a:pPr>
              <a:defRPr/>
            </a:pPr>
            <a:fld id="{D45409FB-AE61-4D11-96E7-08BC2BCF5A0A}" type="slidenum">
              <a:rPr lang="es-ES"/>
              <a:pPr>
                <a:defRPr/>
              </a:pPr>
              <a:t>‹Nº›</a:t>
            </a:fld>
            <a:endParaRPr lang="es-ES"/>
          </a:p>
        </p:txBody>
      </p:sp>
    </p:spTree>
    <p:extLst>
      <p:ext uri="{BB962C8B-B14F-4D97-AF65-F5344CB8AC3E}">
        <p14:creationId xmlns:p14="http://schemas.microsoft.com/office/powerpoint/2010/main" val="15935093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Dos objetos">
    <p:spTree>
      <p:nvGrpSpPr>
        <p:cNvPr id="1" name=""/>
        <p:cNvGrpSpPr/>
        <p:nvPr/>
      </p:nvGrpSpPr>
      <p:grpSpPr>
        <a:xfrm>
          <a:off x="0" y="0"/>
          <a:ext cx="0" cy="0"/>
          <a:chOff x="0" y="0"/>
          <a:chExt cx="0" cy="0"/>
        </a:xfrm>
      </p:grpSpPr>
      <p:pic>
        <p:nvPicPr>
          <p:cNvPr id="4" name="Imagen 6"/>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9480550" y="0"/>
            <a:ext cx="27114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4">
            <a:extLst>
              <a:ext uri="{FF2B5EF4-FFF2-40B4-BE49-F238E27FC236}">
                <a16:creationId xmlns:a16="http://schemas.microsoft.com/office/drawing/2014/main" id="{8007C8F9-493B-4BDD-8B20-F8D0E2B4B863}"/>
              </a:ext>
            </a:extLst>
          </p:cNvPr>
          <p:cNvSpPr/>
          <p:nvPr/>
        </p:nvSpPr>
        <p:spPr>
          <a:xfrm>
            <a:off x="0" y="1066800"/>
            <a:ext cx="7924800" cy="46038"/>
          </a:xfrm>
          <a:prstGeom prst="rect">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pic>
        <p:nvPicPr>
          <p:cNvPr id="6" name="Imagen 9"/>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9840913" y="298450"/>
            <a:ext cx="18796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a:xfrm>
            <a:off x="609699" y="274638"/>
            <a:ext cx="8026300" cy="792162"/>
          </a:xfrm>
        </p:spPr>
        <p:txBody>
          <a:bodyPr anchor="t"/>
          <a:lstStyle>
            <a:lvl1pPr algn="l">
              <a:defRPr sz="1600" b="1">
                <a:solidFill>
                  <a:srgbClr val="25282A"/>
                </a:solidFill>
                <a:latin typeface="Verdana"/>
                <a:cs typeface="Verdana"/>
              </a:defRPr>
            </a:lvl1pPr>
          </a:lstStyle>
          <a:p>
            <a:r>
              <a:rPr lang="es-ES"/>
              <a:t>Haga clic para modificar el estilo de título del patrón</a:t>
            </a:r>
            <a:endParaRPr lang="es-ES" dirty="0"/>
          </a:p>
        </p:txBody>
      </p:sp>
      <p:sp>
        <p:nvSpPr>
          <p:cNvPr id="3" name="2 Marcador de contenido"/>
          <p:cNvSpPr>
            <a:spLocks noGrp="1"/>
          </p:cNvSpPr>
          <p:nvPr>
            <p:ph sz="half" idx="1"/>
          </p:nvPr>
        </p:nvSpPr>
        <p:spPr>
          <a:xfrm>
            <a:off x="609600" y="1371600"/>
            <a:ext cx="8026400" cy="4754565"/>
          </a:xfrm>
        </p:spPr>
        <p:txBody>
          <a:bodyPr/>
          <a:lstStyle>
            <a:lvl1pPr algn="l">
              <a:defRPr sz="1300">
                <a:solidFill>
                  <a:srgbClr val="25282A"/>
                </a:solidFill>
                <a:latin typeface="Verdana"/>
                <a:cs typeface="Verdana"/>
              </a:defRPr>
            </a:lvl1pPr>
            <a:lvl2pPr algn="l">
              <a:defRPr sz="1300">
                <a:solidFill>
                  <a:srgbClr val="25282A"/>
                </a:solidFill>
                <a:latin typeface="Verdana"/>
                <a:cs typeface="Verdana"/>
              </a:defRPr>
            </a:lvl2pPr>
            <a:lvl3pPr algn="l">
              <a:defRPr sz="1300">
                <a:solidFill>
                  <a:srgbClr val="25282A"/>
                </a:solidFill>
                <a:latin typeface="Verdana"/>
                <a:cs typeface="Verdana"/>
              </a:defRPr>
            </a:lvl3pPr>
            <a:lvl4pPr algn="l">
              <a:defRPr sz="1300">
                <a:solidFill>
                  <a:srgbClr val="25282A"/>
                </a:solidFill>
                <a:latin typeface="Verdana"/>
                <a:cs typeface="Verdana"/>
              </a:defRPr>
            </a:lvl4pPr>
            <a:lvl5pPr algn="l">
              <a:defRPr sz="1300">
                <a:solidFill>
                  <a:srgbClr val="25282A"/>
                </a:solidFill>
                <a:latin typeface="Verdana"/>
                <a:cs typeface="Verdana"/>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7" name="3 Marcador de fecha">
            <a:extLst>
              <a:ext uri="{FF2B5EF4-FFF2-40B4-BE49-F238E27FC236}">
                <a16:creationId xmlns:a16="http://schemas.microsoft.com/office/drawing/2014/main" id="{86472F0F-936B-40EC-9ECE-B9C4CF3D64C6}"/>
              </a:ext>
            </a:extLst>
          </p:cNvPr>
          <p:cNvSpPr>
            <a:spLocks noGrp="1"/>
          </p:cNvSpPr>
          <p:nvPr>
            <p:ph type="dt" sz="half" idx="10"/>
          </p:nvPr>
        </p:nvSpPr>
        <p:spPr/>
        <p:txBody>
          <a:bodyPr/>
          <a:lstStyle>
            <a:lvl1pPr>
              <a:defRPr/>
            </a:lvl1pPr>
          </a:lstStyle>
          <a:p>
            <a:pPr>
              <a:defRPr/>
            </a:pPr>
            <a:fld id="{2B43CCE3-49A3-466B-B969-DB0B9CB47BA6}" type="datetimeFigureOut">
              <a:rPr lang="es-ES"/>
              <a:pPr>
                <a:defRPr/>
              </a:pPr>
              <a:t>22/01/2024</a:t>
            </a:fld>
            <a:endParaRPr lang="es-ES"/>
          </a:p>
        </p:txBody>
      </p:sp>
      <p:sp>
        <p:nvSpPr>
          <p:cNvPr id="8" name="4 Marcador de pie de página">
            <a:extLst>
              <a:ext uri="{FF2B5EF4-FFF2-40B4-BE49-F238E27FC236}">
                <a16:creationId xmlns:a16="http://schemas.microsoft.com/office/drawing/2014/main" id="{8E1B5994-9FEA-4ACB-98D9-581B779E1627}"/>
              </a:ext>
            </a:extLst>
          </p:cNvPr>
          <p:cNvSpPr>
            <a:spLocks noGrp="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11260557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pic>
        <p:nvPicPr>
          <p:cNvPr id="4" name="Imagen 6"/>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9480550" y="0"/>
            <a:ext cx="27114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4">
            <a:extLst>
              <a:ext uri="{FF2B5EF4-FFF2-40B4-BE49-F238E27FC236}">
                <a16:creationId xmlns:a16="http://schemas.microsoft.com/office/drawing/2014/main" id="{F459E96D-4054-4A80-9427-7B2F024088F0}"/>
              </a:ext>
            </a:extLst>
          </p:cNvPr>
          <p:cNvSpPr/>
          <p:nvPr/>
        </p:nvSpPr>
        <p:spPr>
          <a:xfrm>
            <a:off x="0" y="1066800"/>
            <a:ext cx="7924800" cy="46038"/>
          </a:xfrm>
          <a:prstGeom prst="rect">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pic>
        <p:nvPicPr>
          <p:cNvPr id="6" name="Imagen 9"/>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9840913" y="298450"/>
            <a:ext cx="18796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a:xfrm>
            <a:off x="609699" y="274638"/>
            <a:ext cx="8026300" cy="792162"/>
          </a:xfrm>
        </p:spPr>
        <p:txBody>
          <a:bodyPr anchor="t"/>
          <a:lstStyle>
            <a:lvl1pPr algn="l">
              <a:defRPr sz="1600" b="1">
                <a:solidFill>
                  <a:srgbClr val="25282A"/>
                </a:solidFill>
                <a:latin typeface="Verdana"/>
                <a:cs typeface="Verdana"/>
              </a:defRPr>
            </a:lvl1pPr>
          </a:lstStyle>
          <a:p>
            <a:r>
              <a:rPr lang="es-ES"/>
              <a:t>Haga clic para modificar el estilo de título del patrón</a:t>
            </a:r>
            <a:endParaRPr lang="es-ES" dirty="0"/>
          </a:p>
        </p:txBody>
      </p:sp>
      <p:sp>
        <p:nvSpPr>
          <p:cNvPr id="3" name="2 Marcador de contenido"/>
          <p:cNvSpPr>
            <a:spLocks noGrp="1"/>
          </p:cNvSpPr>
          <p:nvPr>
            <p:ph sz="half" idx="1"/>
          </p:nvPr>
        </p:nvSpPr>
        <p:spPr>
          <a:xfrm>
            <a:off x="609600" y="1371600"/>
            <a:ext cx="8026400" cy="4754565"/>
          </a:xfrm>
        </p:spPr>
        <p:txBody>
          <a:bodyPr/>
          <a:lstStyle>
            <a:lvl1pPr algn="l">
              <a:defRPr sz="1300">
                <a:solidFill>
                  <a:srgbClr val="25282A"/>
                </a:solidFill>
                <a:latin typeface="Verdana"/>
                <a:cs typeface="Verdana"/>
              </a:defRPr>
            </a:lvl1pPr>
            <a:lvl2pPr algn="l">
              <a:defRPr sz="1300">
                <a:solidFill>
                  <a:srgbClr val="25282A"/>
                </a:solidFill>
                <a:latin typeface="Verdana"/>
                <a:cs typeface="Verdana"/>
              </a:defRPr>
            </a:lvl2pPr>
            <a:lvl3pPr algn="l">
              <a:defRPr sz="1300">
                <a:solidFill>
                  <a:srgbClr val="25282A"/>
                </a:solidFill>
                <a:latin typeface="Verdana"/>
                <a:cs typeface="Verdana"/>
              </a:defRPr>
            </a:lvl3pPr>
            <a:lvl4pPr algn="l">
              <a:defRPr sz="1300">
                <a:solidFill>
                  <a:srgbClr val="25282A"/>
                </a:solidFill>
                <a:latin typeface="Verdana"/>
                <a:cs typeface="Verdana"/>
              </a:defRPr>
            </a:lvl4pPr>
            <a:lvl5pPr algn="l">
              <a:defRPr sz="1300">
                <a:solidFill>
                  <a:srgbClr val="25282A"/>
                </a:solidFill>
                <a:latin typeface="Verdana"/>
                <a:cs typeface="Verdana"/>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9" name="Marcador de pie de página 2">
            <a:extLst>
              <a:ext uri="{FF2B5EF4-FFF2-40B4-BE49-F238E27FC236}">
                <a16:creationId xmlns:a16="http://schemas.microsoft.com/office/drawing/2014/main" id="{0C795ACC-1E71-4B0E-93D9-D9AA5BCEF9AC}"/>
              </a:ext>
            </a:extLst>
          </p:cNvPr>
          <p:cNvSpPr txBox="1">
            <a:spLocks noGrp="1"/>
          </p:cNvSpPr>
          <p:nvPr userDrawn="1"/>
        </p:nvSpPr>
        <p:spPr>
          <a:xfrm>
            <a:off x="46567" y="6585178"/>
            <a:ext cx="11714063" cy="215444"/>
          </a:xfrm>
          <a:prstGeom prst="rect">
            <a:avLst/>
          </a:prstGeom>
          <a:noFill/>
        </p:spPr>
        <p:txBody>
          <a:bodyPr wrap="squar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ca-ES" altLang="ca-ES" sz="800" kern="1200" noProof="0" dirty="0">
                <a:solidFill>
                  <a:srgbClr val="404040"/>
                </a:solidFill>
                <a:latin typeface="Verdana" panose="020B0604030504040204" pitchFamily="34" charset="0"/>
                <a:ea typeface="+mn-ea"/>
                <a:cs typeface="Arial" panose="020B0604020202020204" pitchFamily="34" charset="0"/>
              </a:rPr>
              <a:t>PAG. </a:t>
            </a:r>
            <a:fld id="{1C0C02D3-CC4B-4910-8EF1-D8537C30817D}" type="slidenum">
              <a:rPr lang="ca-ES" altLang="ca-ES" sz="800" kern="1200" noProof="0" smtClean="0">
                <a:solidFill>
                  <a:srgbClr val="404040"/>
                </a:solidFill>
                <a:latin typeface="Verdana" panose="020B060403050404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‹Nº›</a:t>
            </a:fld>
            <a:r>
              <a:rPr lang="ca-ES" altLang="ca-ES" sz="800" kern="1200" noProof="0" dirty="0">
                <a:solidFill>
                  <a:srgbClr val="404040"/>
                </a:solidFill>
                <a:latin typeface="Verdana" panose="020B0604030504040204" pitchFamily="34" charset="0"/>
                <a:ea typeface="+mn-ea"/>
                <a:cs typeface="Arial" panose="020B0604020202020204" pitchFamily="34" charset="0"/>
              </a:rPr>
              <a:t>. © AUREN CONSULTORS</a:t>
            </a:r>
          </a:p>
        </p:txBody>
      </p:sp>
    </p:spTree>
    <p:extLst>
      <p:ext uri="{BB962C8B-B14F-4D97-AF65-F5344CB8AC3E}">
        <p14:creationId xmlns:p14="http://schemas.microsoft.com/office/powerpoint/2010/main" val="2902421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Dos objetos">
    <p:spTree>
      <p:nvGrpSpPr>
        <p:cNvPr id="1" name=""/>
        <p:cNvGrpSpPr/>
        <p:nvPr/>
      </p:nvGrpSpPr>
      <p:grpSpPr>
        <a:xfrm>
          <a:off x="0" y="0"/>
          <a:ext cx="0" cy="0"/>
          <a:chOff x="0" y="0"/>
          <a:chExt cx="0" cy="0"/>
        </a:xfrm>
      </p:grpSpPr>
      <p:pic>
        <p:nvPicPr>
          <p:cNvPr id="4" name="Imagen 6"/>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9480550" y="0"/>
            <a:ext cx="27114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9"/>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9840913" y="298450"/>
            <a:ext cx="18796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2 Marcador de contenido"/>
          <p:cNvSpPr>
            <a:spLocks noGrp="1"/>
          </p:cNvSpPr>
          <p:nvPr>
            <p:ph sz="half" idx="1"/>
          </p:nvPr>
        </p:nvSpPr>
        <p:spPr>
          <a:xfrm>
            <a:off x="609600" y="304801"/>
            <a:ext cx="8026400" cy="5821365"/>
          </a:xfrm>
        </p:spPr>
        <p:txBody>
          <a:bodyPr/>
          <a:lstStyle>
            <a:lvl1pPr algn="l">
              <a:defRPr sz="1300">
                <a:solidFill>
                  <a:srgbClr val="25282A"/>
                </a:solidFill>
                <a:latin typeface="Verdana"/>
                <a:cs typeface="Verdana"/>
              </a:defRPr>
            </a:lvl1pPr>
            <a:lvl2pPr algn="l">
              <a:defRPr sz="1300">
                <a:solidFill>
                  <a:srgbClr val="25282A"/>
                </a:solidFill>
                <a:latin typeface="Verdana"/>
                <a:cs typeface="Verdana"/>
              </a:defRPr>
            </a:lvl2pPr>
            <a:lvl3pPr algn="l">
              <a:defRPr sz="1300">
                <a:solidFill>
                  <a:srgbClr val="25282A"/>
                </a:solidFill>
                <a:latin typeface="Verdana"/>
                <a:cs typeface="Verdana"/>
              </a:defRPr>
            </a:lvl3pPr>
            <a:lvl4pPr algn="l">
              <a:defRPr sz="1300">
                <a:solidFill>
                  <a:srgbClr val="25282A"/>
                </a:solidFill>
                <a:latin typeface="Verdana"/>
                <a:cs typeface="Verdana"/>
              </a:defRPr>
            </a:lvl4pPr>
            <a:lvl5pPr algn="l">
              <a:defRPr sz="1300">
                <a:solidFill>
                  <a:srgbClr val="25282A"/>
                </a:solidFill>
                <a:latin typeface="Verdana"/>
                <a:cs typeface="Verdana"/>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6" name="3 Marcador de fecha">
            <a:extLst>
              <a:ext uri="{FF2B5EF4-FFF2-40B4-BE49-F238E27FC236}">
                <a16:creationId xmlns:a16="http://schemas.microsoft.com/office/drawing/2014/main" id="{21089310-D7EA-43A5-B8ED-132867E30BE5}"/>
              </a:ext>
            </a:extLst>
          </p:cNvPr>
          <p:cNvSpPr>
            <a:spLocks noGrp="1"/>
          </p:cNvSpPr>
          <p:nvPr>
            <p:ph type="dt" sz="half" idx="10"/>
          </p:nvPr>
        </p:nvSpPr>
        <p:spPr/>
        <p:txBody>
          <a:bodyPr/>
          <a:lstStyle>
            <a:lvl1pPr>
              <a:defRPr/>
            </a:lvl1pPr>
          </a:lstStyle>
          <a:p>
            <a:pPr>
              <a:defRPr/>
            </a:pPr>
            <a:fld id="{AB721AB0-1678-485C-A2A7-EDDD17D53810}" type="datetimeFigureOut">
              <a:rPr lang="es-ES"/>
              <a:pPr>
                <a:defRPr/>
              </a:pPr>
              <a:t>22/01/2024</a:t>
            </a:fld>
            <a:endParaRPr lang="es-ES"/>
          </a:p>
        </p:txBody>
      </p:sp>
      <p:sp>
        <p:nvSpPr>
          <p:cNvPr id="7" name="4 Marcador de pie de página">
            <a:extLst>
              <a:ext uri="{FF2B5EF4-FFF2-40B4-BE49-F238E27FC236}">
                <a16:creationId xmlns:a16="http://schemas.microsoft.com/office/drawing/2014/main" id="{0956CE63-B3F3-4473-9A37-BBB840E74EFA}"/>
              </a:ext>
            </a:extLst>
          </p:cNvPr>
          <p:cNvSpPr>
            <a:spLocks noGrp="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9680055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Dos objetos">
    <p:spTree>
      <p:nvGrpSpPr>
        <p:cNvPr id="1" name=""/>
        <p:cNvGrpSpPr/>
        <p:nvPr/>
      </p:nvGrpSpPr>
      <p:grpSpPr>
        <a:xfrm>
          <a:off x="0" y="0"/>
          <a:ext cx="0" cy="0"/>
          <a:chOff x="0" y="0"/>
          <a:chExt cx="0" cy="0"/>
        </a:xfrm>
      </p:grpSpPr>
      <p:pic>
        <p:nvPicPr>
          <p:cNvPr id="4" name="Imagen 6"/>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82563" y="-26988"/>
            <a:ext cx="12423776"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2 Marcador de contenido"/>
          <p:cNvSpPr>
            <a:spLocks noGrp="1"/>
          </p:cNvSpPr>
          <p:nvPr>
            <p:ph sz="half" idx="1"/>
          </p:nvPr>
        </p:nvSpPr>
        <p:spPr>
          <a:xfrm>
            <a:off x="609600" y="1447801"/>
            <a:ext cx="10972800" cy="4678365"/>
          </a:xfrm>
        </p:spPr>
        <p:txBody>
          <a:bodyPr/>
          <a:lstStyle>
            <a:lvl1pPr algn="l">
              <a:defRPr sz="1300">
                <a:solidFill>
                  <a:srgbClr val="25282A"/>
                </a:solidFill>
                <a:latin typeface="Verdana"/>
                <a:cs typeface="Verdana"/>
              </a:defRPr>
            </a:lvl1pPr>
            <a:lvl2pPr algn="l">
              <a:defRPr sz="1300">
                <a:solidFill>
                  <a:srgbClr val="25282A"/>
                </a:solidFill>
                <a:latin typeface="Verdana"/>
                <a:cs typeface="Verdana"/>
              </a:defRPr>
            </a:lvl2pPr>
            <a:lvl3pPr algn="l">
              <a:defRPr sz="1300">
                <a:solidFill>
                  <a:srgbClr val="25282A"/>
                </a:solidFill>
                <a:latin typeface="Verdana"/>
                <a:cs typeface="Verdana"/>
              </a:defRPr>
            </a:lvl3pPr>
            <a:lvl4pPr algn="l">
              <a:defRPr sz="1300">
                <a:solidFill>
                  <a:srgbClr val="25282A"/>
                </a:solidFill>
                <a:latin typeface="Verdana"/>
                <a:cs typeface="Verdana"/>
              </a:defRPr>
            </a:lvl4pPr>
            <a:lvl5pPr algn="l">
              <a:defRPr sz="1300">
                <a:solidFill>
                  <a:srgbClr val="25282A"/>
                </a:solidFill>
                <a:latin typeface="Verdana"/>
                <a:cs typeface="Verdana"/>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5" name="3 Marcador de fecha">
            <a:extLst>
              <a:ext uri="{FF2B5EF4-FFF2-40B4-BE49-F238E27FC236}">
                <a16:creationId xmlns:a16="http://schemas.microsoft.com/office/drawing/2014/main" id="{33CA9809-66A1-4A8A-9251-DC59DD045E99}"/>
              </a:ext>
            </a:extLst>
          </p:cNvPr>
          <p:cNvSpPr>
            <a:spLocks noGrp="1"/>
          </p:cNvSpPr>
          <p:nvPr>
            <p:ph type="dt" sz="half" idx="10"/>
          </p:nvPr>
        </p:nvSpPr>
        <p:spPr/>
        <p:txBody>
          <a:bodyPr/>
          <a:lstStyle>
            <a:lvl1pPr>
              <a:defRPr/>
            </a:lvl1pPr>
          </a:lstStyle>
          <a:p>
            <a:pPr>
              <a:defRPr/>
            </a:pPr>
            <a:fld id="{A24028B1-0ACE-4C45-82C4-77882E434FF9}" type="datetimeFigureOut">
              <a:rPr lang="es-ES"/>
              <a:pPr>
                <a:defRPr/>
              </a:pPr>
              <a:t>22/01/2024</a:t>
            </a:fld>
            <a:endParaRPr lang="es-ES"/>
          </a:p>
        </p:txBody>
      </p:sp>
      <p:sp>
        <p:nvSpPr>
          <p:cNvPr id="6" name="4 Marcador de pie de página">
            <a:extLst>
              <a:ext uri="{FF2B5EF4-FFF2-40B4-BE49-F238E27FC236}">
                <a16:creationId xmlns:a16="http://schemas.microsoft.com/office/drawing/2014/main" id="{691F979B-54DA-4503-B8F4-BD81B5103360}"/>
              </a:ext>
            </a:extLst>
          </p:cNvPr>
          <p:cNvSpPr>
            <a:spLocks noGrp="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33567041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Dos objetos">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C3C5C526-24D9-4EA6-BCC5-BEA5FB86C2A7}"/>
              </a:ext>
            </a:extLst>
          </p:cNvPr>
          <p:cNvSpPr/>
          <p:nvPr/>
        </p:nvSpPr>
        <p:spPr>
          <a:xfrm>
            <a:off x="0" y="1066800"/>
            <a:ext cx="8636000" cy="46038"/>
          </a:xfrm>
          <a:prstGeom prst="rect">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pic>
        <p:nvPicPr>
          <p:cNvPr id="5" name="Imagen 9"/>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9840913" y="298450"/>
            <a:ext cx="18796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a:xfrm>
            <a:off x="609699" y="274638"/>
            <a:ext cx="8026300" cy="792162"/>
          </a:xfrm>
        </p:spPr>
        <p:txBody>
          <a:bodyPr anchor="t"/>
          <a:lstStyle>
            <a:lvl1pPr algn="l">
              <a:defRPr sz="1600" b="1">
                <a:solidFill>
                  <a:srgbClr val="25282A"/>
                </a:solidFill>
                <a:latin typeface="Verdana"/>
                <a:cs typeface="Verdana"/>
              </a:defRPr>
            </a:lvl1pPr>
          </a:lstStyle>
          <a:p>
            <a:r>
              <a:rPr lang="es-ES"/>
              <a:t>Haga clic para modificar el estilo de título del patrón</a:t>
            </a:r>
            <a:endParaRPr lang="es-ES" dirty="0"/>
          </a:p>
        </p:txBody>
      </p:sp>
      <p:sp>
        <p:nvSpPr>
          <p:cNvPr id="3" name="2 Marcador de contenido"/>
          <p:cNvSpPr>
            <a:spLocks noGrp="1"/>
          </p:cNvSpPr>
          <p:nvPr>
            <p:ph sz="half" idx="1"/>
          </p:nvPr>
        </p:nvSpPr>
        <p:spPr>
          <a:xfrm>
            <a:off x="609600" y="1371600"/>
            <a:ext cx="10972800" cy="4754565"/>
          </a:xfrm>
        </p:spPr>
        <p:txBody>
          <a:bodyPr/>
          <a:lstStyle>
            <a:lvl1pPr algn="l">
              <a:defRPr sz="1300">
                <a:solidFill>
                  <a:srgbClr val="25282A"/>
                </a:solidFill>
                <a:latin typeface="Verdana"/>
                <a:cs typeface="Verdana"/>
              </a:defRPr>
            </a:lvl1pPr>
            <a:lvl2pPr algn="l">
              <a:defRPr sz="1300">
                <a:solidFill>
                  <a:srgbClr val="25282A"/>
                </a:solidFill>
                <a:latin typeface="Verdana"/>
                <a:cs typeface="Verdana"/>
              </a:defRPr>
            </a:lvl2pPr>
            <a:lvl3pPr algn="l">
              <a:defRPr sz="1300">
                <a:solidFill>
                  <a:srgbClr val="25282A"/>
                </a:solidFill>
                <a:latin typeface="Verdana"/>
                <a:cs typeface="Verdana"/>
              </a:defRPr>
            </a:lvl3pPr>
            <a:lvl4pPr algn="l">
              <a:defRPr sz="1300">
                <a:solidFill>
                  <a:srgbClr val="25282A"/>
                </a:solidFill>
                <a:latin typeface="Verdana"/>
                <a:cs typeface="Verdana"/>
              </a:defRPr>
            </a:lvl4pPr>
            <a:lvl5pPr algn="l">
              <a:defRPr sz="1300">
                <a:solidFill>
                  <a:srgbClr val="25282A"/>
                </a:solidFill>
                <a:latin typeface="Verdana"/>
                <a:cs typeface="Verdana"/>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6" name="3 Marcador de fecha">
            <a:extLst>
              <a:ext uri="{FF2B5EF4-FFF2-40B4-BE49-F238E27FC236}">
                <a16:creationId xmlns:a16="http://schemas.microsoft.com/office/drawing/2014/main" id="{C1EE79D4-555A-4B7E-9C53-E07B727460FF}"/>
              </a:ext>
            </a:extLst>
          </p:cNvPr>
          <p:cNvSpPr>
            <a:spLocks noGrp="1"/>
          </p:cNvSpPr>
          <p:nvPr>
            <p:ph type="dt" sz="half" idx="10"/>
          </p:nvPr>
        </p:nvSpPr>
        <p:spPr/>
        <p:txBody>
          <a:bodyPr/>
          <a:lstStyle>
            <a:lvl1pPr>
              <a:defRPr/>
            </a:lvl1pPr>
          </a:lstStyle>
          <a:p>
            <a:pPr>
              <a:defRPr/>
            </a:pPr>
            <a:fld id="{9F9E54C3-EA23-4464-83D9-F3C2E52B3FDD}" type="datetimeFigureOut">
              <a:rPr lang="es-ES"/>
              <a:pPr>
                <a:defRPr/>
              </a:pPr>
              <a:t>22/01/2024</a:t>
            </a:fld>
            <a:endParaRPr lang="es-ES"/>
          </a:p>
        </p:txBody>
      </p:sp>
      <p:sp>
        <p:nvSpPr>
          <p:cNvPr id="7" name="4 Marcador de pie de página">
            <a:extLst>
              <a:ext uri="{FF2B5EF4-FFF2-40B4-BE49-F238E27FC236}">
                <a16:creationId xmlns:a16="http://schemas.microsoft.com/office/drawing/2014/main" id="{13248C0D-970B-48DC-952D-C9FF1EE16DF8}"/>
              </a:ext>
            </a:extLst>
          </p:cNvPr>
          <p:cNvSpPr>
            <a:spLocks noGrp="1"/>
          </p:cNvSpPr>
          <p:nvPr>
            <p:ph type="ftr" sz="quarter" idx="11"/>
          </p:nvPr>
        </p:nvSpPr>
        <p:spPr/>
        <p:txBody>
          <a:bodyPr/>
          <a:lstStyle>
            <a:lvl1pPr>
              <a:defRPr/>
            </a:lvl1pPr>
          </a:lstStyle>
          <a:p>
            <a:pPr>
              <a:defRPr/>
            </a:pPr>
            <a:endParaRPr lang="es-ES"/>
          </a:p>
        </p:txBody>
      </p:sp>
    </p:spTree>
    <p:extLst>
      <p:ext uri="{BB962C8B-B14F-4D97-AF65-F5344CB8AC3E}">
        <p14:creationId xmlns:p14="http://schemas.microsoft.com/office/powerpoint/2010/main" val="30082547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817AAFD5-BA8B-498A-AB34-BFF9034C2500}"/>
              </a:ext>
            </a:extLst>
          </p:cNvPr>
          <p:cNvSpPr/>
          <p:nvPr/>
        </p:nvSpPr>
        <p:spPr>
          <a:xfrm>
            <a:off x="508000" y="2438400"/>
            <a:ext cx="11176000" cy="1219200"/>
          </a:xfrm>
          <a:prstGeom prst="rect">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6" name="Triángulo isósceles 5">
            <a:extLst>
              <a:ext uri="{FF2B5EF4-FFF2-40B4-BE49-F238E27FC236}">
                <a16:creationId xmlns:a16="http://schemas.microsoft.com/office/drawing/2014/main" id="{E21C9B3F-EE00-4834-9558-7198947CD77E}"/>
              </a:ext>
            </a:extLst>
          </p:cNvPr>
          <p:cNvSpPr/>
          <p:nvPr/>
        </p:nvSpPr>
        <p:spPr>
          <a:xfrm rot="10800000">
            <a:off x="10282238" y="3505200"/>
            <a:ext cx="588962" cy="381000"/>
          </a:xfrm>
          <a:prstGeom prst="triangle">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dirty="0"/>
          </a:p>
        </p:txBody>
      </p:sp>
      <p:sp>
        <p:nvSpPr>
          <p:cNvPr id="2" name="1 Título"/>
          <p:cNvSpPr>
            <a:spLocks noGrp="1"/>
          </p:cNvSpPr>
          <p:nvPr>
            <p:ph type="title"/>
          </p:nvPr>
        </p:nvSpPr>
        <p:spPr>
          <a:xfrm>
            <a:off x="609699" y="2484438"/>
            <a:ext cx="10972604" cy="1143000"/>
          </a:xfrm>
        </p:spPr>
        <p:txBody>
          <a:bodyPr/>
          <a:lstStyle>
            <a:lvl1pPr>
              <a:defRPr sz="2100" b="1">
                <a:solidFill>
                  <a:schemeClr val="bg1">
                    <a:lumMod val="95000"/>
                  </a:schemeClr>
                </a:solidFill>
                <a:latin typeface="Verdana"/>
                <a:cs typeface="Verdana"/>
              </a:defRPr>
            </a:lvl1pPr>
          </a:lstStyle>
          <a:p>
            <a:r>
              <a:rPr lang="es-ES"/>
              <a:t>Haga clic para modificar el estilo de título del patrón</a:t>
            </a:r>
            <a:endParaRPr lang="es-ES" dirty="0"/>
          </a:p>
        </p:txBody>
      </p:sp>
      <p:sp>
        <p:nvSpPr>
          <p:cNvPr id="7" name="Marcador de contenido 6"/>
          <p:cNvSpPr>
            <a:spLocks noGrp="1"/>
          </p:cNvSpPr>
          <p:nvPr>
            <p:ph sz="quarter" idx="13"/>
          </p:nvPr>
        </p:nvSpPr>
        <p:spPr>
          <a:xfrm>
            <a:off x="609600" y="304800"/>
            <a:ext cx="10972800" cy="1981200"/>
          </a:xfrm>
        </p:spPr>
        <p:txBody>
          <a:bodyPr/>
          <a:lstStyle>
            <a:lvl1pPr>
              <a:defRPr sz="1300">
                <a:solidFill>
                  <a:srgbClr val="25282A"/>
                </a:solidFill>
                <a:latin typeface="Verdana"/>
                <a:cs typeface="Verdana"/>
              </a:defRPr>
            </a:lvl1pPr>
            <a:lvl2pPr>
              <a:defRPr sz="1300">
                <a:solidFill>
                  <a:srgbClr val="25282A"/>
                </a:solidFill>
                <a:latin typeface="Verdana"/>
                <a:cs typeface="Verdana"/>
              </a:defRPr>
            </a:lvl2pPr>
            <a:lvl3pPr>
              <a:defRPr sz="1300">
                <a:solidFill>
                  <a:srgbClr val="25282A"/>
                </a:solidFill>
                <a:latin typeface="Verdana"/>
                <a:cs typeface="Verdana"/>
              </a:defRPr>
            </a:lvl3pPr>
            <a:lvl4pPr>
              <a:defRPr sz="1300">
                <a:solidFill>
                  <a:srgbClr val="25282A"/>
                </a:solidFill>
                <a:latin typeface="Verdana"/>
                <a:cs typeface="Verdana"/>
              </a:defRPr>
            </a:lvl4pPr>
            <a:lvl5pPr>
              <a:defRPr sz="1300">
                <a:solidFill>
                  <a:srgbClr val="25282A"/>
                </a:solidFill>
                <a:latin typeface="Verdana"/>
                <a:cs typeface="Verdana"/>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14" name="Marcador de contenido 13"/>
          <p:cNvSpPr>
            <a:spLocks noGrp="1"/>
          </p:cNvSpPr>
          <p:nvPr>
            <p:ph sz="quarter" idx="14"/>
          </p:nvPr>
        </p:nvSpPr>
        <p:spPr>
          <a:xfrm>
            <a:off x="508000" y="3962400"/>
            <a:ext cx="10972800" cy="2133600"/>
          </a:xfrm>
        </p:spPr>
        <p:txBody>
          <a:bodyPr/>
          <a:lstStyle>
            <a:lvl1pPr>
              <a:defRPr sz="1300">
                <a:solidFill>
                  <a:srgbClr val="25282A"/>
                </a:solidFill>
              </a:defRPr>
            </a:lvl1pPr>
            <a:lvl2pPr>
              <a:defRPr sz="1300">
                <a:solidFill>
                  <a:srgbClr val="25282A"/>
                </a:solidFill>
              </a:defRPr>
            </a:lvl2pPr>
            <a:lvl3pPr>
              <a:defRPr sz="1300">
                <a:solidFill>
                  <a:srgbClr val="25282A"/>
                </a:solidFill>
              </a:defRPr>
            </a:lvl3pPr>
            <a:lvl4pPr>
              <a:defRPr sz="1300">
                <a:solidFill>
                  <a:srgbClr val="25282A"/>
                </a:solidFill>
              </a:defRPr>
            </a:lvl4pPr>
            <a:lvl5pPr>
              <a:defRPr sz="1300">
                <a:solidFill>
                  <a:srgbClr val="25282A"/>
                </a:solidFill>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8" name="3 Marcador de fecha">
            <a:extLst>
              <a:ext uri="{FF2B5EF4-FFF2-40B4-BE49-F238E27FC236}">
                <a16:creationId xmlns:a16="http://schemas.microsoft.com/office/drawing/2014/main" id="{ABF30306-9959-4D90-AEC1-69CA58F0A268}"/>
              </a:ext>
            </a:extLst>
          </p:cNvPr>
          <p:cNvSpPr>
            <a:spLocks noGrp="1"/>
          </p:cNvSpPr>
          <p:nvPr>
            <p:ph type="dt" sz="half" idx="15"/>
          </p:nvPr>
        </p:nvSpPr>
        <p:spPr/>
        <p:txBody>
          <a:bodyPr/>
          <a:lstStyle>
            <a:lvl1pPr>
              <a:defRPr/>
            </a:lvl1pPr>
          </a:lstStyle>
          <a:p>
            <a:pPr>
              <a:defRPr/>
            </a:pPr>
            <a:fld id="{2CE1C0E7-14F9-4BDB-B9E3-1E42F6B8212B}" type="datetimeFigureOut">
              <a:rPr lang="es-ES"/>
              <a:pPr>
                <a:defRPr/>
              </a:pPr>
              <a:t>22/01/2024</a:t>
            </a:fld>
            <a:endParaRPr lang="es-ES"/>
          </a:p>
        </p:txBody>
      </p:sp>
      <p:sp>
        <p:nvSpPr>
          <p:cNvPr id="9" name="4 Marcador de pie de página">
            <a:extLst>
              <a:ext uri="{FF2B5EF4-FFF2-40B4-BE49-F238E27FC236}">
                <a16:creationId xmlns:a16="http://schemas.microsoft.com/office/drawing/2014/main" id="{AA44704C-3BC9-4D2D-8751-EEA5B6739D7F}"/>
              </a:ext>
            </a:extLst>
          </p:cNvPr>
          <p:cNvSpPr>
            <a:spLocks noGrp="1"/>
          </p:cNvSpPr>
          <p:nvPr>
            <p:ph type="ftr" sz="quarter" idx="16"/>
          </p:nvPr>
        </p:nvSpPr>
        <p:spPr/>
        <p:txBody>
          <a:bodyPr/>
          <a:lstStyle>
            <a:lvl1pPr>
              <a:defRPr/>
            </a:lvl1pPr>
          </a:lstStyle>
          <a:p>
            <a:pPr>
              <a:defRPr/>
            </a:pPr>
            <a:endParaRPr lang="es-ES"/>
          </a:p>
        </p:txBody>
      </p:sp>
      <p:sp>
        <p:nvSpPr>
          <p:cNvPr id="10" name="5 Marcador de número de diapositiva">
            <a:extLst>
              <a:ext uri="{FF2B5EF4-FFF2-40B4-BE49-F238E27FC236}">
                <a16:creationId xmlns:a16="http://schemas.microsoft.com/office/drawing/2014/main" id="{5A096D3A-548B-4CF2-86EC-0E55F5F96666}"/>
              </a:ext>
            </a:extLst>
          </p:cNvPr>
          <p:cNvSpPr>
            <a:spLocks noGrp="1"/>
          </p:cNvSpPr>
          <p:nvPr>
            <p:ph type="sldNum" sz="quarter" idx="17"/>
          </p:nvPr>
        </p:nvSpPr>
        <p:spPr/>
        <p:txBody>
          <a:bodyPr/>
          <a:lstStyle>
            <a:lvl1pPr>
              <a:defRPr/>
            </a:lvl1pPr>
          </a:lstStyle>
          <a:p>
            <a:pPr>
              <a:defRPr/>
            </a:pPr>
            <a:fld id="{8D2DBF69-F5B4-42C1-8F63-BFCA536C2948}" type="slidenum">
              <a:rPr lang="es-ES"/>
              <a:pPr>
                <a:defRPr/>
              </a:pPr>
              <a:t>‹Nº›</a:t>
            </a:fld>
            <a:endParaRPr lang="es-ES"/>
          </a:p>
        </p:txBody>
      </p:sp>
    </p:spTree>
    <p:extLst>
      <p:ext uri="{BB962C8B-B14F-4D97-AF65-F5344CB8AC3E}">
        <p14:creationId xmlns:p14="http://schemas.microsoft.com/office/powerpoint/2010/main" val="15186246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7" name="Elipse 6">
            <a:extLst>
              <a:ext uri="{FF2B5EF4-FFF2-40B4-BE49-F238E27FC236}">
                <a16:creationId xmlns:a16="http://schemas.microsoft.com/office/drawing/2014/main" id="{DBE62C53-23CD-41DD-BF59-C6D0CF399916}"/>
              </a:ext>
            </a:extLst>
          </p:cNvPr>
          <p:cNvSpPr/>
          <p:nvPr/>
        </p:nvSpPr>
        <p:spPr>
          <a:xfrm>
            <a:off x="9753600" y="4941888"/>
            <a:ext cx="1800225" cy="1798637"/>
          </a:xfrm>
          <a:prstGeom prst="ellipse">
            <a:avLst/>
          </a:prstGeom>
          <a:solidFill>
            <a:srgbClr val="D7161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6" name="Marcador de contenido 5"/>
          <p:cNvSpPr>
            <a:spLocks noGrp="1"/>
          </p:cNvSpPr>
          <p:nvPr>
            <p:ph sz="quarter" idx="10"/>
          </p:nvPr>
        </p:nvSpPr>
        <p:spPr>
          <a:xfrm>
            <a:off x="508000" y="457200"/>
            <a:ext cx="11074400" cy="2362200"/>
          </a:xfrm>
        </p:spPr>
        <p:txBody>
          <a:bodyPr/>
          <a:lstStyle>
            <a:lvl1pPr>
              <a:defRPr sz="1300">
                <a:solidFill>
                  <a:srgbClr val="25282A"/>
                </a:solidFill>
              </a:defRPr>
            </a:lvl1pPr>
            <a:lvl2pPr>
              <a:defRPr sz="1300">
                <a:solidFill>
                  <a:srgbClr val="25282A"/>
                </a:solidFill>
              </a:defRPr>
            </a:lvl2pPr>
            <a:lvl3pPr>
              <a:defRPr sz="1300">
                <a:solidFill>
                  <a:srgbClr val="25282A"/>
                </a:solidFill>
              </a:defRPr>
            </a:lvl3pPr>
            <a:lvl4pPr>
              <a:defRPr sz="1300">
                <a:solidFill>
                  <a:srgbClr val="25282A"/>
                </a:solidFill>
              </a:defRPr>
            </a:lvl4pPr>
            <a:lvl5pPr>
              <a:defRPr sz="1300">
                <a:solidFill>
                  <a:srgbClr val="25282A"/>
                </a:solidFill>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8" name="Marcador de posición de imagen 7"/>
          <p:cNvSpPr>
            <a:spLocks noGrp="1"/>
          </p:cNvSpPr>
          <p:nvPr>
            <p:ph type="pic" sz="quarter" idx="11"/>
          </p:nvPr>
        </p:nvSpPr>
        <p:spPr>
          <a:xfrm>
            <a:off x="508000" y="2971800"/>
            <a:ext cx="11074400" cy="1828800"/>
          </a:xfrm>
        </p:spPr>
        <p:txBody>
          <a:bodyPr/>
          <a:lstStyle>
            <a:lvl1pPr>
              <a:defRPr>
                <a:solidFill>
                  <a:srgbClr val="25282A"/>
                </a:solidFill>
              </a:defRPr>
            </a:lvl1pPr>
          </a:lstStyle>
          <a:p>
            <a:pPr lvl="0"/>
            <a:r>
              <a:rPr lang="es-ES" noProof="0"/>
              <a:t>Haga clic en el icono para agregar una imagen</a:t>
            </a:r>
            <a:endParaRPr lang="es-ES_tradnl" noProof="0" dirty="0"/>
          </a:p>
        </p:txBody>
      </p:sp>
      <p:sp>
        <p:nvSpPr>
          <p:cNvPr id="10" name="Marcador de contenido 9"/>
          <p:cNvSpPr>
            <a:spLocks noGrp="1"/>
          </p:cNvSpPr>
          <p:nvPr>
            <p:ph sz="quarter" idx="12"/>
          </p:nvPr>
        </p:nvSpPr>
        <p:spPr>
          <a:xfrm>
            <a:off x="508000" y="4876800"/>
            <a:ext cx="8432800" cy="1524000"/>
          </a:xfrm>
        </p:spPr>
        <p:txBody>
          <a:bodyPr/>
          <a:lstStyle>
            <a:lvl1pPr>
              <a:defRPr sz="1000" b="1">
                <a:solidFill>
                  <a:srgbClr val="25282A"/>
                </a:solidFill>
              </a:defRPr>
            </a:lvl1pPr>
            <a:lvl2pPr>
              <a:defRPr sz="1000" b="1">
                <a:solidFill>
                  <a:srgbClr val="25282A"/>
                </a:solidFill>
              </a:defRPr>
            </a:lvl2pPr>
            <a:lvl3pPr>
              <a:defRPr sz="1000" b="1">
                <a:solidFill>
                  <a:srgbClr val="25282A"/>
                </a:solidFill>
              </a:defRPr>
            </a:lvl3pPr>
            <a:lvl4pPr>
              <a:defRPr sz="1000" b="1">
                <a:solidFill>
                  <a:srgbClr val="25282A"/>
                </a:solidFill>
              </a:defRPr>
            </a:lvl4pPr>
            <a:lvl5pPr>
              <a:defRPr sz="1000" b="1">
                <a:solidFill>
                  <a:srgbClr val="25282A"/>
                </a:solidFill>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12" name="Título 5"/>
          <p:cNvSpPr>
            <a:spLocks noGrp="1"/>
          </p:cNvSpPr>
          <p:nvPr>
            <p:ph type="title"/>
          </p:nvPr>
        </p:nvSpPr>
        <p:spPr>
          <a:xfrm>
            <a:off x="9934749" y="5486400"/>
            <a:ext cx="1342852" cy="762000"/>
          </a:xfrm>
        </p:spPr>
        <p:txBody>
          <a:bodyPr/>
          <a:lstStyle>
            <a:lvl1pPr>
              <a:defRPr sz="2000" baseline="30000">
                <a:solidFill>
                  <a:srgbClr val="F2F2F2"/>
                </a:solidFill>
                <a:latin typeface="Verdana"/>
                <a:cs typeface="Verdana"/>
              </a:defRPr>
            </a:lvl1pPr>
          </a:lstStyle>
          <a:p>
            <a:r>
              <a:rPr lang="es-ES"/>
              <a:t>Haga clic para modificar el estilo de título del patrón</a:t>
            </a:r>
            <a:endParaRPr lang="es-ES_tradnl" dirty="0"/>
          </a:p>
        </p:txBody>
      </p:sp>
    </p:spTree>
    <p:extLst>
      <p:ext uri="{BB962C8B-B14F-4D97-AF65-F5344CB8AC3E}">
        <p14:creationId xmlns:p14="http://schemas.microsoft.com/office/powerpoint/2010/main" val="11511627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En blanco">
    <p:spTree>
      <p:nvGrpSpPr>
        <p:cNvPr id="1" name=""/>
        <p:cNvGrpSpPr/>
        <p:nvPr/>
      </p:nvGrpSpPr>
      <p:grpSpPr>
        <a:xfrm>
          <a:off x="0" y="0"/>
          <a:ext cx="0" cy="0"/>
          <a:chOff x="0" y="0"/>
          <a:chExt cx="0" cy="0"/>
        </a:xfrm>
      </p:grpSpPr>
      <p:pic>
        <p:nvPicPr>
          <p:cNvPr id="3" name="Imagen 6" descr="Fotos4.jpg"/>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a:extLst>
              <a:ext uri="{FF2B5EF4-FFF2-40B4-BE49-F238E27FC236}">
                <a16:creationId xmlns:a16="http://schemas.microsoft.com/office/drawing/2014/main" id="{EB769324-CDDE-4E17-A898-35CEC54A2B6E}"/>
              </a:ext>
            </a:extLst>
          </p:cNvPr>
          <p:cNvSpPr/>
          <p:nvPr/>
        </p:nvSpPr>
        <p:spPr>
          <a:xfrm>
            <a:off x="2336800" y="1143000"/>
            <a:ext cx="7213600" cy="4876800"/>
          </a:xfrm>
          <a:prstGeom prst="rect">
            <a:avLst/>
          </a:prstGeom>
          <a:solidFill>
            <a:schemeClr val="bg1">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8" name="Marcador de texto 7"/>
          <p:cNvSpPr>
            <a:spLocks noGrp="1"/>
          </p:cNvSpPr>
          <p:nvPr>
            <p:ph type="body" sz="quarter" idx="10"/>
          </p:nvPr>
        </p:nvSpPr>
        <p:spPr>
          <a:xfrm>
            <a:off x="2641600" y="1371600"/>
            <a:ext cx="6604000" cy="4419600"/>
          </a:xfrm>
        </p:spPr>
        <p:txBody>
          <a:bodyPr/>
          <a:lstStyle>
            <a:lvl1pPr>
              <a:defRPr sz="1500">
                <a:solidFill>
                  <a:srgbClr val="25282A"/>
                </a:solidFill>
              </a:defRPr>
            </a:lvl1pPr>
            <a:lvl2pPr>
              <a:defRPr sz="1500">
                <a:solidFill>
                  <a:srgbClr val="25282A"/>
                </a:solidFill>
              </a:defRPr>
            </a:lvl2pPr>
            <a:lvl3pPr>
              <a:defRPr sz="1500">
                <a:solidFill>
                  <a:srgbClr val="25282A"/>
                </a:solidFill>
              </a:defRPr>
            </a:lvl3pPr>
            <a:lvl4pPr>
              <a:defRPr sz="1500">
                <a:solidFill>
                  <a:srgbClr val="25282A"/>
                </a:solidFill>
              </a:defRPr>
            </a:lvl4pPr>
            <a:lvl5pPr>
              <a:defRPr sz="1500">
                <a:solidFill>
                  <a:srgbClr val="25282A"/>
                </a:solidFill>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Tree>
    <p:extLst>
      <p:ext uri="{BB962C8B-B14F-4D97-AF65-F5344CB8AC3E}">
        <p14:creationId xmlns:p14="http://schemas.microsoft.com/office/powerpoint/2010/main" val="20122653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En blanco">
    <p:spTree>
      <p:nvGrpSpPr>
        <p:cNvPr id="1" name=""/>
        <p:cNvGrpSpPr/>
        <p:nvPr/>
      </p:nvGrpSpPr>
      <p:grpSpPr>
        <a:xfrm>
          <a:off x="0" y="0"/>
          <a:ext cx="0" cy="0"/>
          <a:chOff x="0" y="0"/>
          <a:chExt cx="0" cy="0"/>
        </a:xfrm>
      </p:grpSpPr>
      <p:pic>
        <p:nvPicPr>
          <p:cNvPr id="4" name="Imagen 6"/>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7938" y="0"/>
            <a:ext cx="12249151" cy="704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ángulo 4">
            <a:extLst>
              <a:ext uri="{FF2B5EF4-FFF2-40B4-BE49-F238E27FC236}">
                <a16:creationId xmlns:a16="http://schemas.microsoft.com/office/drawing/2014/main" id="{DC9CAD45-C871-4333-83B2-ACFE9FB373A7}"/>
              </a:ext>
            </a:extLst>
          </p:cNvPr>
          <p:cNvSpPr/>
          <p:nvPr/>
        </p:nvSpPr>
        <p:spPr>
          <a:xfrm>
            <a:off x="0" y="4343400"/>
            <a:ext cx="10566400" cy="1981200"/>
          </a:xfrm>
          <a:prstGeom prst="rect">
            <a:avLst/>
          </a:prstGeom>
          <a:solidFill>
            <a:schemeClr val="bg1">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6" name="Rectángulo 5">
            <a:extLst>
              <a:ext uri="{FF2B5EF4-FFF2-40B4-BE49-F238E27FC236}">
                <a16:creationId xmlns:a16="http://schemas.microsoft.com/office/drawing/2014/main" id="{76E73A94-900C-4AFD-8F26-0BDB9D2A0784}"/>
              </a:ext>
            </a:extLst>
          </p:cNvPr>
          <p:cNvSpPr/>
          <p:nvPr/>
        </p:nvSpPr>
        <p:spPr>
          <a:xfrm>
            <a:off x="1625600" y="457200"/>
            <a:ext cx="10566400" cy="1981200"/>
          </a:xfrm>
          <a:prstGeom prst="rect">
            <a:avLst/>
          </a:prstGeom>
          <a:solidFill>
            <a:schemeClr val="bg1">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s-ES_tradnl"/>
          </a:p>
        </p:txBody>
      </p:sp>
      <p:sp>
        <p:nvSpPr>
          <p:cNvPr id="8" name="Marcador de texto 7"/>
          <p:cNvSpPr>
            <a:spLocks noGrp="1"/>
          </p:cNvSpPr>
          <p:nvPr>
            <p:ph type="body" sz="quarter" idx="10"/>
          </p:nvPr>
        </p:nvSpPr>
        <p:spPr>
          <a:xfrm>
            <a:off x="203200" y="4419600"/>
            <a:ext cx="7721600" cy="1828800"/>
          </a:xfrm>
        </p:spPr>
        <p:txBody>
          <a:bodyPr/>
          <a:lstStyle>
            <a:lvl1pPr>
              <a:defRPr sz="1500">
                <a:solidFill>
                  <a:srgbClr val="25282A"/>
                </a:solidFill>
              </a:defRPr>
            </a:lvl1pPr>
            <a:lvl2pPr>
              <a:defRPr sz="1500">
                <a:solidFill>
                  <a:srgbClr val="25282A"/>
                </a:solidFill>
              </a:defRPr>
            </a:lvl2pPr>
            <a:lvl3pPr>
              <a:defRPr sz="1500">
                <a:solidFill>
                  <a:srgbClr val="25282A"/>
                </a:solidFill>
              </a:defRPr>
            </a:lvl3pPr>
            <a:lvl4pPr>
              <a:defRPr sz="1500">
                <a:solidFill>
                  <a:srgbClr val="25282A"/>
                </a:solidFill>
              </a:defRPr>
            </a:lvl4pPr>
            <a:lvl5pPr>
              <a:defRPr sz="1500">
                <a:solidFill>
                  <a:srgbClr val="25282A"/>
                </a:solidFill>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10" name="Marcador de texto 7"/>
          <p:cNvSpPr>
            <a:spLocks noGrp="1"/>
          </p:cNvSpPr>
          <p:nvPr>
            <p:ph type="body" sz="quarter" idx="11"/>
          </p:nvPr>
        </p:nvSpPr>
        <p:spPr>
          <a:xfrm>
            <a:off x="1828800" y="533400"/>
            <a:ext cx="7721600" cy="1828800"/>
          </a:xfrm>
        </p:spPr>
        <p:txBody>
          <a:bodyPr/>
          <a:lstStyle>
            <a:lvl1pPr>
              <a:defRPr sz="1500">
                <a:solidFill>
                  <a:srgbClr val="25282A"/>
                </a:solidFill>
              </a:defRPr>
            </a:lvl1pPr>
            <a:lvl2pPr>
              <a:defRPr sz="1500">
                <a:solidFill>
                  <a:srgbClr val="25282A"/>
                </a:solidFill>
              </a:defRPr>
            </a:lvl2pPr>
            <a:lvl3pPr>
              <a:defRPr sz="1500">
                <a:solidFill>
                  <a:srgbClr val="25282A"/>
                </a:solidFill>
              </a:defRPr>
            </a:lvl3pPr>
            <a:lvl4pPr>
              <a:defRPr sz="1500">
                <a:solidFill>
                  <a:srgbClr val="25282A"/>
                </a:solidFill>
              </a:defRPr>
            </a:lvl4pPr>
            <a:lvl5pPr>
              <a:defRPr sz="1500">
                <a:solidFill>
                  <a:srgbClr val="25282A"/>
                </a:solidFill>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Tree>
    <p:extLst>
      <p:ext uri="{BB962C8B-B14F-4D97-AF65-F5344CB8AC3E}">
        <p14:creationId xmlns:p14="http://schemas.microsoft.com/office/powerpoint/2010/main" val="37641916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t"/>
          <a:lstStyle>
            <a:lvl1pPr algn="l">
              <a:defRPr sz="2000" b="1">
                <a:solidFill>
                  <a:srgbClr val="25282A"/>
                </a:solidFill>
              </a:defRPr>
            </a:lvl1pPr>
          </a:lstStyle>
          <a:p>
            <a:r>
              <a:rPr lang="es-ES"/>
              <a:t>Haga clic para modificar el estilo de título del patrón</a:t>
            </a:r>
            <a:endParaRPr lang="es-ES" dirty="0"/>
          </a:p>
        </p:txBody>
      </p:sp>
      <p:sp>
        <p:nvSpPr>
          <p:cNvPr id="3" name="2 Marcador de contenido"/>
          <p:cNvSpPr>
            <a:spLocks noGrp="1"/>
          </p:cNvSpPr>
          <p:nvPr>
            <p:ph idx="1"/>
          </p:nvPr>
        </p:nvSpPr>
        <p:spPr>
          <a:xfrm>
            <a:off x="4766733" y="273053"/>
            <a:ext cx="6815667" cy="5853113"/>
          </a:xfrm>
        </p:spPr>
        <p:txBody>
          <a:bodyPr/>
          <a:lstStyle>
            <a:lvl1pPr>
              <a:defRPr sz="2000">
                <a:solidFill>
                  <a:srgbClr val="25282A"/>
                </a:solidFill>
              </a:defRPr>
            </a:lvl1pPr>
            <a:lvl2pPr>
              <a:defRPr sz="2000">
                <a:solidFill>
                  <a:srgbClr val="25282A"/>
                </a:solidFill>
              </a:defRPr>
            </a:lvl2pPr>
            <a:lvl3pPr>
              <a:defRPr sz="2000">
                <a:solidFill>
                  <a:srgbClr val="25282A"/>
                </a:solidFill>
              </a:defRPr>
            </a:lvl3pPr>
            <a:lvl4pPr>
              <a:defRPr sz="2000">
                <a:solidFill>
                  <a:srgbClr val="25282A"/>
                </a:solidFill>
              </a:defRPr>
            </a:lvl4pPr>
            <a:lvl5pPr>
              <a:defRPr sz="2000">
                <a:solidFill>
                  <a:srgbClr val="25282A"/>
                </a:solidFill>
              </a:defRPr>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4" name="3 Marcador de texto"/>
          <p:cNvSpPr>
            <a:spLocks noGrp="1"/>
          </p:cNvSpPr>
          <p:nvPr>
            <p:ph type="body" sz="half" idx="2"/>
          </p:nvPr>
        </p:nvSpPr>
        <p:spPr>
          <a:xfrm>
            <a:off x="609601" y="1435103"/>
            <a:ext cx="4011084" cy="4691063"/>
          </a:xfrm>
        </p:spPr>
        <p:txBody>
          <a:bodyPr/>
          <a:lstStyle>
            <a:lvl1pPr marL="0" indent="0">
              <a:buNone/>
              <a:defRPr sz="1400">
                <a:solidFill>
                  <a:srgbClr val="25282A"/>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a:extLst>
              <a:ext uri="{FF2B5EF4-FFF2-40B4-BE49-F238E27FC236}">
                <a16:creationId xmlns:a16="http://schemas.microsoft.com/office/drawing/2014/main" id="{53D5BFCB-EC83-4167-B964-29E3F01A9F66}"/>
              </a:ext>
            </a:extLst>
          </p:cNvPr>
          <p:cNvSpPr>
            <a:spLocks noGrp="1"/>
          </p:cNvSpPr>
          <p:nvPr>
            <p:ph type="dt" sz="half" idx="10"/>
          </p:nvPr>
        </p:nvSpPr>
        <p:spPr/>
        <p:txBody>
          <a:bodyPr/>
          <a:lstStyle>
            <a:lvl1pPr>
              <a:defRPr/>
            </a:lvl1pPr>
          </a:lstStyle>
          <a:p>
            <a:pPr>
              <a:defRPr/>
            </a:pPr>
            <a:fld id="{5B99C586-90DC-472A-9496-578EC96F16EC}" type="datetimeFigureOut">
              <a:rPr lang="es-ES"/>
              <a:pPr>
                <a:defRPr/>
              </a:pPr>
              <a:t>22/01/2024</a:t>
            </a:fld>
            <a:endParaRPr lang="es-ES"/>
          </a:p>
        </p:txBody>
      </p:sp>
      <p:sp>
        <p:nvSpPr>
          <p:cNvPr id="6" name="4 Marcador de pie de página">
            <a:extLst>
              <a:ext uri="{FF2B5EF4-FFF2-40B4-BE49-F238E27FC236}">
                <a16:creationId xmlns:a16="http://schemas.microsoft.com/office/drawing/2014/main" id="{2D3096EB-567C-4DC7-8D00-54FDD97E2C47}"/>
              </a:ext>
            </a:extLst>
          </p:cNvPr>
          <p:cNvSpPr>
            <a:spLocks noGrp="1"/>
          </p:cNvSpPr>
          <p:nvPr>
            <p:ph type="ftr" sz="quarter" idx="11"/>
          </p:nvPr>
        </p:nvSpPr>
        <p:spPr/>
        <p:txBody>
          <a:bodyPr/>
          <a:lstStyle>
            <a:lvl1pPr>
              <a:defRPr/>
            </a:lvl1pPr>
          </a:lstStyle>
          <a:p>
            <a:pPr>
              <a:defRPr/>
            </a:pPr>
            <a:endParaRPr lang="es-ES"/>
          </a:p>
        </p:txBody>
      </p:sp>
      <p:sp>
        <p:nvSpPr>
          <p:cNvPr id="7" name="5 Marcador de número de diapositiva">
            <a:extLst>
              <a:ext uri="{FF2B5EF4-FFF2-40B4-BE49-F238E27FC236}">
                <a16:creationId xmlns:a16="http://schemas.microsoft.com/office/drawing/2014/main" id="{2A18BDB2-1A36-4CCC-94EB-094D626205AA}"/>
              </a:ext>
            </a:extLst>
          </p:cNvPr>
          <p:cNvSpPr>
            <a:spLocks noGrp="1"/>
          </p:cNvSpPr>
          <p:nvPr>
            <p:ph type="sldNum" sz="quarter" idx="12"/>
          </p:nvPr>
        </p:nvSpPr>
        <p:spPr/>
        <p:txBody>
          <a:bodyPr/>
          <a:lstStyle>
            <a:lvl1pPr>
              <a:defRPr/>
            </a:lvl1pPr>
          </a:lstStyle>
          <a:p>
            <a:pPr>
              <a:defRPr/>
            </a:pPr>
            <a:fld id="{6CD9240E-DE12-4C67-9697-BC5069A7663F}" type="slidenum">
              <a:rPr lang="es-ES"/>
              <a:pPr>
                <a:defRPr/>
              </a:pPr>
              <a:t>‹Nº›</a:t>
            </a:fld>
            <a:endParaRPr lang="es-ES"/>
          </a:p>
        </p:txBody>
      </p:sp>
    </p:spTree>
    <p:extLst>
      <p:ext uri="{BB962C8B-B14F-4D97-AF65-F5344CB8AC3E}">
        <p14:creationId xmlns:p14="http://schemas.microsoft.com/office/powerpoint/2010/main" val="427917368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648200"/>
            <a:ext cx="7315200" cy="642938"/>
          </a:xfrm>
        </p:spPr>
        <p:txBody>
          <a:bodyPr anchor="b"/>
          <a:lstStyle>
            <a:lvl1pPr algn="l">
              <a:defRPr sz="2000" b="1">
                <a:solidFill>
                  <a:srgbClr val="25282A"/>
                </a:solidFill>
              </a:defRPr>
            </a:lvl1pPr>
          </a:lstStyle>
          <a:p>
            <a:r>
              <a:rPr lang="es-ES"/>
              <a:t>Haga clic para modificar el estilo de título del patrón</a:t>
            </a:r>
            <a:endParaRPr lang="es-ES" dirty="0"/>
          </a:p>
        </p:txBody>
      </p:sp>
      <p:sp>
        <p:nvSpPr>
          <p:cNvPr id="3" name="2 Marcador de posición de imagen"/>
          <p:cNvSpPr>
            <a:spLocks noGrp="1"/>
          </p:cNvSpPr>
          <p:nvPr>
            <p:ph type="pic" idx="1"/>
          </p:nvPr>
        </p:nvSpPr>
        <p:spPr>
          <a:xfrm>
            <a:off x="2389717" y="457200"/>
            <a:ext cx="7315200" cy="4114800"/>
          </a:xfrm>
        </p:spPr>
        <p:txBody>
          <a:bodyPr rtlCol="0">
            <a:normAutofit/>
          </a:bodyPr>
          <a:lstStyle>
            <a:lvl1pPr marL="0" indent="0">
              <a:buNone/>
              <a:defRPr sz="3200">
                <a:solidFill>
                  <a:srgbClr val="262729"/>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s-ES" noProof="0" dirty="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solidFill>
                  <a:srgbClr val="25282A"/>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a:extLst>
              <a:ext uri="{FF2B5EF4-FFF2-40B4-BE49-F238E27FC236}">
                <a16:creationId xmlns:a16="http://schemas.microsoft.com/office/drawing/2014/main" id="{53D5BFCB-EC83-4167-B964-29E3F01A9F66}"/>
              </a:ext>
            </a:extLst>
          </p:cNvPr>
          <p:cNvSpPr>
            <a:spLocks noGrp="1"/>
          </p:cNvSpPr>
          <p:nvPr>
            <p:ph type="dt" sz="half" idx="10"/>
          </p:nvPr>
        </p:nvSpPr>
        <p:spPr/>
        <p:txBody>
          <a:bodyPr/>
          <a:lstStyle>
            <a:lvl1pPr>
              <a:defRPr/>
            </a:lvl1pPr>
          </a:lstStyle>
          <a:p>
            <a:pPr>
              <a:defRPr/>
            </a:pPr>
            <a:fld id="{D33ADD8D-FBD6-4026-8432-4D9D2BC4A92D}" type="datetimeFigureOut">
              <a:rPr lang="es-ES"/>
              <a:pPr>
                <a:defRPr/>
              </a:pPr>
              <a:t>22/01/2024</a:t>
            </a:fld>
            <a:endParaRPr lang="es-ES"/>
          </a:p>
        </p:txBody>
      </p:sp>
      <p:sp>
        <p:nvSpPr>
          <p:cNvPr id="6" name="4 Marcador de pie de página">
            <a:extLst>
              <a:ext uri="{FF2B5EF4-FFF2-40B4-BE49-F238E27FC236}">
                <a16:creationId xmlns:a16="http://schemas.microsoft.com/office/drawing/2014/main" id="{2D3096EB-567C-4DC7-8D00-54FDD97E2C47}"/>
              </a:ext>
            </a:extLst>
          </p:cNvPr>
          <p:cNvSpPr>
            <a:spLocks noGrp="1"/>
          </p:cNvSpPr>
          <p:nvPr>
            <p:ph type="ftr" sz="quarter" idx="11"/>
          </p:nvPr>
        </p:nvSpPr>
        <p:spPr/>
        <p:txBody>
          <a:bodyPr/>
          <a:lstStyle>
            <a:lvl1pPr>
              <a:defRPr/>
            </a:lvl1pPr>
          </a:lstStyle>
          <a:p>
            <a:pPr>
              <a:defRPr/>
            </a:pPr>
            <a:endParaRPr lang="es-ES"/>
          </a:p>
        </p:txBody>
      </p:sp>
      <p:sp>
        <p:nvSpPr>
          <p:cNvPr id="7" name="5 Marcador de número de diapositiva">
            <a:extLst>
              <a:ext uri="{FF2B5EF4-FFF2-40B4-BE49-F238E27FC236}">
                <a16:creationId xmlns:a16="http://schemas.microsoft.com/office/drawing/2014/main" id="{2A18BDB2-1A36-4CCC-94EB-094D626205AA}"/>
              </a:ext>
            </a:extLst>
          </p:cNvPr>
          <p:cNvSpPr>
            <a:spLocks noGrp="1"/>
          </p:cNvSpPr>
          <p:nvPr>
            <p:ph type="sldNum" sz="quarter" idx="12"/>
          </p:nvPr>
        </p:nvSpPr>
        <p:spPr/>
        <p:txBody>
          <a:bodyPr/>
          <a:lstStyle>
            <a:lvl1pPr>
              <a:defRPr/>
            </a:lvl1pPr>
          </a:lstStyle>
          <a:p>
            <a:pPr>
              <a:defRPr/>
            </a:pPr>
            <a:fld id="{A7EAE735-4AB2-4340-ADAD-C5CEA5663623}" type="slidenum">
              <a:rPr lang="es-ES"/>
              <a:pPr>
                <a:defRPr/>
              </a:pPr>
              <a:t>‹Nº›</a:t>
            </a:fld>
            <a:endParaRPr lang="es-ES"/>
          </a:p>
        </p:txBody>
      </p:sp>
    </p:spTree>
    <p:extLst>
      <p:ext uri="{BB962C8B-B14F-4D97-AF65-F5344CB8AC3E}">
        <p14:creationId xmlns:p14="http://schemas.microsoft.com/office/powerpoint/2010/main" val="3566975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En blanco">
    <p:spTree>
      <p:nvGrpSpPr>
        <p:cNvPr id="1" name=""/>
        <p:cNvGrpSpPr/>
        <p:nvPr/>
      </p:nvGrpSpPr>
      <p:grpSpPr>
        <a:xfrm>
          <a:off x="0" y="0"/>
          <a:ext cx="0" cy="0"/>
          <a:chOff x="0" y="0"/>
          <a:chExt cx="0" cy="0"/>
        </a:xfrm>
      </p:grpSpPr>
      <p:pic>
        <p:nvPicPr>
          <p:cNvPr id="3" name="Imagen 9"/>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9840913" y="298450"/>
            <a:ext cx="18796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Marcador de contenido 8"/>
          <p:cNvSpPr>
            <a:spLocks noGrp="1"/>
          </p:cNvSpPr>
          <p:nvPr>
            <p:ph sz="quarter" idx="13"/>
          </p:nvPr>
        </p:nvSpPr>
        <p:spPr>
          <a:xfrm>
            <a:off x="609600" y="1143000"/>
            <a:ext cx="10972800" cy="5029200"/>
          </a:xfrm>
        </p:spPr>
        <p:txBody>
          <a:bodyPr/>
          <a:lstStyle>
            <a:lvl1pPr>
              <a:defRPr sz="1300">
                <a:solidFill>
                  <a:srgbClr val="25282A"/>
                </a:solidFill>
              </a:defRPr>
            </a:lvl1pPr>
            <a:lvl2pPr>
              <a:defRPr sz="1300">
                <a:solidFill>
                  <a:srgbClr val="25282A"/>
                </a:solidFill>
              </a:defRPr>
            </a:lvl2pPr>
            <a:lvl3pPr>
              <a:defRPr sz="1300">
                <a:solidFill>
                  <a:srgbClr val="25282A"/>
                </a:solidFill>
              </a:defRPr>
            </a:lvl3pPr>
            <a:lvl4pPr>
              <a:defRPr sz="1300">
                <a:solidFill>
                  <a:srgbClr val="25282A"/>
                </a:solidFill>
              </a:defRPr>
            </a:lvl4pPr>
            <a:lvl5pPr>
              <a:defRPr sz="1300">
                <a:solidFill>
                  <a:srgbClr val="25282A"/>
                </a:solidFill>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4" name="3 Marcador de fecha">
            <a:extLst>
              <a:ext uri="{FF2B5EF4-FFF2-40B4-BE49-F238E27FC236}">
                <a16:creationId xmlns:a16="http://schemas.microsoft.com/office/drawing/2014/main" id="{2BD3442C-2616-4CE4-91CE-D38F7F6596FC}"/>
              </a:ext>
            </a:extLst>
          </p:cNvPr>
          <p:cNvSpPr>
            <a:spLocks noGrp="1"/>
          </p:cNvSpPr>
          <p:nvPr>
            <p:ph type="dt" sz="half" idx="14"/>
          </p:nvPr>
        </p:nvSpPr>
        <p:spPr/>
        <p:txBody>
          <a:bodyPr/>
          <a:lstStyle>
            <a:lvl1pPr>
              <a:defRPr/>
            </a:lvl1pPr>
          </a:lstStyle>
          <a:p>
            <a:pPr>
              <a:defRPr/>
            </a:pPr>
            <a:fld id="{FBA98009-955F-4EC6-A4BC-57FEF6004478}" type="datetimeFigureOut">
              <a:rPr lang="es-ES"/>
              <a:pPr>
                <a:defRPr/>
              </a:pPr>
              <a:t>22/01/2024</a:t>
            </a:fld>
            <a:endParaRPr lang="es-ES"/>
          </a:p>
        </p:txBody>
      </p:sp>
      <p:sp>
        <p:nvSpPr>
          <p:cNvPr id="5" name="4 Marcador de pie de página">
            <a:extLst>
              <a:ext uri="{FF2B5EF4-FFF2-40B4-BE49-F238E27FC236}">
                <a16:creationId xmlns:a16="http://schemas.microsoft.com/office/drawing/2014/main" id="{B3B6E870-2A36-4F16-BAD2-8B255600FA77}"/>
              </a:ext>
            </a:extLst>
          </p:cNvPr>
          <p:cNvSpPr>
            <a:spLocks noGrp="1"/>
          </p:cNvSpPr>
          <p:nvPr>
            <p:ph type="ftr" sz="quarter" idx="15"/>
          </p:nvPr>
        </p:nvSpPr>
        <p:spPr/>
        <p:txBody>
          <a:bodyPr/>
          <a:lstStyle>
            <a:lvl1pPr>
              <a:defRPr/>
            </a:lvl1pPr>
          </a:lstStyle>
          <a:p>
            <a:pPr>
              <a:defRPr/>
            </a:pPr>
            <a:endParaRPr lang="es-ES"/>
          </a:p>
        </p:txBody>
      </p:sp>
      <p:sp>
        <p:nvSpPr>
          <p:cNvPr id="6" name="5 Marcador de número de diapositiva">
            <a:extLst>
              <a:ext uri="{FF2B5EF4-FFF2-40B4-BE49-F238E27FC236}">
                <a16:creationId xmlns:a16="http://schemas.microsoft.com/office/drawing/2014/main" id="{9440A655-EAEF-45DE-9D64-9E3F0C5D0117}"/>
              </a:ext>
            </a:extLst>
          </p:cNvPr>
          <p:cNvSpPr>
            <a:spLocks noGrp="1"/>
          </p:cNvSpPr>
          <p:nvPr>
            <p:ph type="sldNum" sz="quarter" idx="16"/>
          </p:nvPr>
        </p:nvSpPr>
        <p:spPr/>
        <p:txBody>
          <a:bodyPr/>
          <a:lstStyle>
            <a:lvl1pPr>
              <a:defRPr/>
            </a:lvl1pPr>
          </a:lstStyle>
          <a:p>
            <a:pPr>
              <a:defRPr/>
            </a:pPr>
            <a:fld id="{A23DD99E-1C7D-4CB6-8838-08EAA87A5B7E}" type="slidenum">
              <a:rPr lang="es-ES"/>
              <a:pPr>
                <a:defRPr/>
              </a:pPr>
              <a:t>‹Nº›</a:t>
            </a:fld>
            <a:endParaRPr lang="es-ES"/>
          </a:p>
        </p:txBody>
      </p:sp>
    </p:spTree>
    <p:extLst>
      <p:ext uri="{BB962C8B-B14F-4D97-AF65-F5344CB8AC3E}">
        <p14:creationId xmlns:p14="http://schemas.microsoft.com/office/powerpoint/2010/main" val="15420222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2_En blanco">
    <p:spTree>
      <p:nvGrpSpPr>
        <p:cNvPr id="1" name=""/>
        <p:cNvGrpSpPr/>
        <p:nvPr/>
      </p:nvGrpSpPr>
      <p:grpSpPr>
        <a:xfrm>
          <a:off x="0" y="0"/>
          <a:ext cx="0" cy="0"/>
          <a:chOff x="0" y="0"/>
          <a:chExt cx="0" cy="0"/>
        </a:xfrm>
      </p:grpSpPr>
      <p:pic>
        <p:nvPicPr>
          <p:cNvPr id="2" name="Imagen 7" descr="Background Auren-2.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1981200"/>
            <a:ext cx="12192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n 9"/>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609600" y="590550"/>
            <a:ext cx="2982913"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3 Marcador de fecha">
            <a:extLst>
              <a:ext uri="{FF2B5EF4-FFF2-40B4-BE49-F238E27FC236}">
                <a16:creationId xmlns:a16="http://schemas.microsoft.com/office/drawing/2014/main" id="{359F6FE4-AA92-4114-907D-F57E6BBD5390}"/>
              </a:ext>
            </a:extLst>
          </p:cNvPr>
          <p:cNvSpPr>
            <a:spLocks noGrp="1"/>
          </p:cNvSpPr>
          <p:nvPr>
            <p:ph type="dt" sz="half" idx="10"/>
          </p:nvPr>
        </p:nvSpPr>
        <p:spPr/>
        <p:txBody>
          <a:bodyPr/>
          <a:lstStyle>
            <a:lvl1pPr>
              <a:defRPr/>
            </a:lvl1pPr>
          </a:lstStyle>
          <a:p>
            <a:pPr>
              <a:defRPr/>
            </a:pPr>
            <a:fld id="{1A630ED3-4DF0-4028-ABCF-95874E10555E}" type="datetimeFigureOut">
              <a:rPr lang="es-ES"/>
              <a:pPr>
                <a:defRPr/>
              </a:pPr>
              <a:t>22/01/2024</a:t>
            </a:fld>
            <a:endParaRPr lang="es-ES"/>
          </a:p>
        </p:txBody>
      </p:sp>
      <p:sp>
        <p:nvSpPr>
          <p:cNvPr id="5" name="4 Marcador de pie de página">
            <a:extLst>
              <a:ext uri="{FF2B5EF4-FFF2-40B4-BE49-F238E27FC236}">
                <a16:creationId xmlns:a16="http://schemas.microsoft.com/office/drawing/2014/main" id="{B40011F8-5688-44BF-A384-DF3CC36E9D30}"/>
              </a:ext>
            </a:extLst>
          </p:cNvPr>
          <p:cNvSpPr>
            <a:spLocks noGrp="1"/>
          </p:cNvSpPr>
          <p:nvPr>
            <p:ph type="ftr" sz="quarter" idx="11"/>
          </p:nvPr>
        </p:nvSpPr>
        <p:spPr/>
        <p:txBody>
          <a:bodyPr/>
          <a:lstStyle>
            <a:lvl1pPr>
              <a:defRPr/>
            </a:lvl1pPr>
          </a:lstStyle>
          <a:p>
            <a:pPr>
              <a:defRPr/>
            </a:pPr>
            <a:endParaRPr lang="es-ES"/>
          </a:p>
        </p:txBody>
      </p:sp>
      <p:sp>
        <p:nvSpPr>
          <p:cNvPr id="6" name="5 Marcador de número de diapositiva">
            <a:extLst>
              <a:ext uri="{FF2B5EF4-FFF2-40B4-BE49-F238E27FC236}">
                <a16:creationId xmlns:a16="http://schemas.microsoft.com/office/drawing/2014/main" id="{043A2AF8-D757-48E8-BEF7-A296619C6428}"/>
              </a:ext>
            </a:extLst>
          </p:cNvPr>
          <p:cNvSpPr>
            <a:spLocks noGrp="1"/>
          </p:cNvSpPr>
          <p:nvPr>
            <p:ph type="sldNum" sz="quarter" idx="12"/>
          </p:nvPr>
        </p:nvSpPr>
        <p:spPr/>
        <p:txBody>
          <a:bodyPr/>
          <a:lstStyle>
            <a:lvl1pPr>
              <a:defRPr/>
            </a:lvl1pPr>
          </a:lstStyle>
          <a:p>
            <a:pPr>
              <a:defRPr/>
            </a:pPr>
            <a:fld id="{3C2EA56E-907A-4FAB-A5E0-5756C763C47A}" type="slidenum">
              <a:rPr lang="es-ES"/>
              <a:pPr>
                <a:defRPr/>
              </a:pPr>
              <a:t>‹Nº›</a:t>
            </a:fld>
            <a:endParaRPr lang="es-ES"/>
          </a:p>
        </p:txBody>
      </p:sp>
    </p:spTree>
    <p:extLst>
      <p:ext uri="{BB962C8B-B14F-4D97-AF65-F5344CB8AC3E}">
        <p14:creationId xmlns:p14="http://schemas.microsoft.com/office/powerpoint/2010/main" val="42384312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_En blanco">
    <p:spTree>
      <p:nvGrpSpPr>
        <p:cNvPr id="1" name=""/>
        <p:cNvGrpSpPr/>
        <p:nvPr/>
      </p:nvGrpSpPr>
      <p:grpSpPr>
        <a:xfrm>
          <a:off x="0" y="0"/>
          <a:ext cx="0" cy="0"/>
          <a:chOff x="0" y="0"/>
          <a:chExt cx="0" cy="0"/>
        </a:xfrm>
      </p:grpSpPr>
      <p:sp>
        <p:nvSpPr>
          <p:cNvPr id="2" name="3 Marcador de fecha">
            <a:extLst>
              <a:ext uri="{FF2B5EF4-FFF2-40B4-BE49-F238E27FC236}">
                <a16:creationId xmlns:a16="http://schemas.microsoft.com/office/drawing/2014/main" id="{53D5BFCB-EC83-4167-B964-29E3F01A9F66}"/>
              </a:ext>
            </a:extLst>
          </p:cNvPr>
          <p:cNvSpPr>
            <a:spLocks noGrp="1"/>
          </p:cNvSpPr>
          <p:nvPr>
            <p:ph type="dt" sz="half" idx="10"/>
          </p:nvPr>
        </p:nvSpPr>
        <p:spPr/>
        <p:txBody>
          <a:bodyPr/>
          <a:lstStyle>
            <a:lvl1pPr>
              <a:defRPr/>
            </a:lvl1pPr>
          </a:lstStyle>
          <a:p>
            <a:pPr>
              <a:defRPr/>
            </a:pPr>
            <a:fld id="{23AF0F5B-F61A-4915-968B-F6C9416A2FCA}" type="datetimeFigureOut">
              <a:rPr lang="es-ES"/>
              <a:pPr>
                <a:defRPr/>
              </a:pPr>
              <a:t>22/01/2024</a:t>
            </a:fld>
            <a:endParaRPr lang="es-ES"/>
          </a:p>
        </p:txBody>
      </p:sp>
      <p:sp>
        <p:nvSpPr>
          <p:cNvPr id="3" name="4 Marcador de pie de página">
            <a:extLst>
              <a:ext uri="{FF2B5EF4-FFF2-40B4-BE49-F238E27FC236}">
                <a16:creationId xmlns:a16="http://schemas.microsoft.com/office/drawing/2014/main" id="{2D3096EB-567C-4DC7-8D00-54FDD97E2C47}"/>
              </a:ext>
            </a:extLst>
          </p:cNvPr>
          <p:cNvSpPr>
            <a:spLocks noGrp="1"/>
          </p:cNvSpPr>
          <p:nvPr>
            <p:ph type="ftr" sz="quarter" idx="11"/>
          </p:nvPr>
        </p:nvSpPr>
        <p:spPr/>
        <p:txBody>
          <a:bodyPr/>
          <a:lstStyle>
            <a:lvl1pPr>
              <a:defRPr/>
            </a:lvl1pPr>
          </a:lstStyle>
          <a:p>
            <a:pPr>
              <a:defRPr/>
            </a:pPr>
            <a:endParaRPr lang="es-ES"/>
          </a:p>
        </p:txBody>
      </p:sp>
      <p:sp>
        <p:nvSpPr>
          <p:cNvPr id="4" name="5 Marcador de número de diapositiva">
            <a:extLst>
              <a:ext uri="{FF2B5EF4-FFF2-40B4-BE49-F238E27FC236}">
                <a16:creationId xmlns:a16="http://schemas.microsoft.com/office/drawing/2014/main" id="{2A18BDB2-1A36-4CCC-94EB-094D626205AA}"/>
              </a:ext>
            </a:extLst>
          </p:cNvPr>
          <p:cNvSpPr>
            <a:spLocks noGrp="1"/>
          </p:cNvSpPr>
          <p:nvPr>
            <p:ph type="sldNum" sz="quarter" idx="12"/>
          </p:nvPr>
        </p:nvSpPr>
        <p:spPr/>
        <p:txBody>
          <a:bodyPr/>
          <a:lstStyle>
            <a:lvl1pPr>
              <a:defRPr/>
            </a:lvl1pPr>
          </a:lstStyle>
          <a:p>
            <a:pPr>
              <a:defRPr/>
            </a:pPr>
            <a:fld id="{863FA819-A05F-41BB-BB6B-9637984532F2}" type="slidenum">
              <a:rPr lang="es-ES"/>
              <a:pPr>
                <a:defRPr/>
              </a:pPr>
              <a:t>‹Nº›</a:t>
            </a:fld>
            <a:endParaRPr lang="es-ES"/>
          </a:p>
        </p:txBody>
      </p:sp>
    </p:spTree>
    <p:extLst>
      <p:ext uri="{BB962C8B-B14F-4D97-AF65-F5344CB8AC3E}">
        <p14:creationId xmlns:p14="http://schemas.microsoft.com/office/powerpoint/2010/main" val="13332800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Roadmap_Product_Description">
    <p:spTree>
      <p:nvGrpSpPr>
        <p:cNvPr id="1" name=""/>
        <p:cNvGrpSpPr/>
        <p:nvPr/>
      </p:nvGrpSpPr>
      <p:grpSpPr>
        <a:xfrm>
          <a:off x="0" y="0"/>
          <a:ext cx="0" cy="0"/>
          <a:chOff x="0" y="0"/>
          <a:chExt cx="0" cy="0"/>
        </a:xfrm>
      </p:grpSpPr>
      <p:sp>
        <p:nvSpPr>
          <p:cNvPr id="12" name="Text Placeholder 11"/>
          <p:cNvSpPr>
            <a:spLocks noGrp="1"/>
          </p:cNvSpPr>
          <p:nvPr>
            <p:ph type="body" sz="quarter" idx="12" hasCustomPrompt="1"/>
          </p:nvPr>
        </p:nvSpPr>
        <p:spPr>
          <a:xfrm>
            <a:off x="326195" y="1690691"/>
            <a:ext cx="11539191" cy="671512"/>
          </a:xfrm>
          <a:prstGeom prst="rect">
            <a:avLst/>
          </a:prstGeom>
        </p:spPr>
        <p:txBody>
          <a:bodyPr/>
          <a:lstStyle>
            <a:lvl1pPr>
              <a:spcBef>
                <a:spcPts val="0"/>
              </a:spcBef>
              <a:defRPr sz="1600" b="0">
                <a:solidFill>
                  <a:schemeClr val="tx1"/>
                </a:solidFill>
              </a:defRPr>
            </a:lvl1pPr>
            <a:lvl2pPr marL="0" indent="0">
              <a:buSzPct val="100000"/>
              <a:buFont typeface="Wingdings" pitchFamily="2" charset="2"/>
              <a:buNone/>
              <a:defRPr sz="1600" baseline="0"/>
            </a:lvl2pPr>
            <a:lvl3pPr>
              <a:defRPr sz="1898" baseline="0"/>
            </a:lvl3pPr>
          </a:lstStyle>
          <a:p>
            <a:pPr lvl="0"/>
            <a:r>
              <a:rPr lang="en-US" dirty="0"/>
              <a:t>Introductory sentences</a:t>
            </a:r>
          </a:p>
        </p:txBody>
      </p:sp>
      <p:sp>
        <p:nvSpPr>
          <p:cNvPr id="13" name="Text Placeholder 3"/>
          <p:cNvSpPr>
            <a:spLocks noGrp="1"/>
          </p:cNvSpPr>
          <p:nvPr>
            <p:ph type="body" sz="quarter" idx="11" hasCustomPrompt="1"/>
          </p:nvPr>
        </p:nvSpPr>
        <p:spPr>
          <a:xfrm>
            <a:off x="323832" y="2536371"/>
            <a:ext cx="7208238" cy="3550104"/>
          </a:xfrm>
          <a:prstGeom prst="rect">
            <a:avLst/>
          </a:prstGeom>
        </p:spPr>
        <p:txBody>
          <a:bodyPr/>
          <a:lstStyle>
            <a:lvl1pPr>
              <a:spcBef>
                <a:spcPts val="1000"/>
              </a:spcBef>
              <a:spcAft>
                <a:spcPts val="0"/>
              </a:spcAft>
              <a:defRPr sz="1600"/>
            </a:lvl1pPr>
            <a:lvl2pPr marL="228462" indent="-182770">
              <a:spcBef>
                <a:spcPts val="200"/>
              </a:spcBef>
              <a:spcAft>
                <a:spcPts val="0"/>
              </a:spcAft>
              <a:buSzPct val="100000"/>
              <a:buFont typeface="Wingdings" panose="05000000000000000000" pitchFamily="2" charset="2"/>
              <a:buChar char="§"/>
              <a:defRPr sz="1400"/>
            </a:lvl2pPr>
            <a:lvl3pPr marL="402094" indent="-179892">
              <a:buClr>
                <a:schemeClr val="accent2"/>
              </a:buClr>
              <a:buFont typeface="Arial" panose="020B0604020202020204" pitchFamily="34" charset="0"/>
              <a:buChar char="–"/>
              <a:defRPr sz="1200" baseline="0"/>
            </a:lvl3pPr>
            <a:lvl4pPr marL="222202" indent="0">
              <a:buNone/>
              <a:defRPr sz="1200"/>
            </a:lvl4pPr>
            <a:lvl5pPr marL="402094" indent="-179892">
              <a:buFont typeface="Arial" panose="020B0604020202020204" pitchFamily="34" charset="0"/>
              <a:buChar char="−"/>
              <a:defRPr sz="1200"/>
            </a:lvl5pPr>
          </a:lstStyle>
          <a:p>
            <a:pPr lvl="0"/>
            <a:r>
              <a:rPr lang="en-US" noProof="0" dirty="0"/>
              <a:t>First level</a:t>
            </a:r>
          </a:p>
          <a:p>
            <a:pPr lvl="1"/>
            <a:r>
              <a:rPr lang="en-US" dirty="0"/>
              <a:t>Second level</a:t>
            </a:r>
          </a:p>
          <a:p>
            <a:pPr lvl="2"/>
            <a:r>
              <a:rPr lang="en-US" dirty="0"/>
              <a:t>Third level</a:t>
            </a:r>
          </a:p>
          <a:p>
            <a:pPr lvl="3"/>
            <a:endParaRPr lang="en-US" dirty="0"/>
          </a:p>
        </p:txBody>
      </p:sp>
      <p:sp>
        <p:nvSpPr>
          <p:cNvPr id="21" name="Title Placeholder 1"/>
          <p:cNvSpPr>
            <a:spLocks noGrp="1"/>
          </p:cNvSpPr>
          <p:nvPr>
            <p:ph type="title" hasCustomPrompt="1"/>
          </p:nvPr>
        </p:nvSpPr>
        <p:spPr bwMode="gray">
          <a:xfrm>
            <a:off x="326195" y="324080"/>
            <a:ext cx="11539191" cy="756175"/>
          </a:xfrm>
          <a:prstGeom prst="rect">
            <a:avLst/>
          </a:prstGeom>
        </p:spPr>
        <p:txBody>
          <a:bodyPr vert="horz" lIns="0" tIns="0" rIns="0" bIns="0" rtlCol="0" anchor="ctr" anchorCtr="0">
            <a:noAutofit/>
          </a:bodyPr>
          <a:lstStyle>
            <a:lvl1pPr>
              <a:defRPr sz="2799" baseline="0"/>
            </a:lvl1pPr>
          </a:lstStyle>
          <a:p>
            <a:r>
              <a:rPr lang="en-US" noProof="0" dirty="0"/>
              <a:t>Insert page title</a:t>
            </a:r>
          </a:p>
        </p:txBody>
      </p:sp>
      <p:sp>
        <p:nvSpPr>
          <p:cNvPr id="6" name="Picture Placeholder 2"/>
          <p:cNvSpPr>
            <a:spLocks noGrp="1"/>
          </p:cNvSpPr>
          <p:nvPr>
            <p:ph type="pic" sz="quarter" idx="13"/>
          </p:nvPr>
        </p:nvSpPr>
        <p:spPr>
          <a:xfrm>
            <a:off x="7758657" y="2562852"/>
            <a:ext cx="4106729" cy="3533247"/>
          </a:xfrm>
          <a:prstGeom prst="rect">
            <a:avLst/>
          </a:prstGeom>
          <a:solidFill>
            <a:schemeClr val="bg1">
              <a:lumMod val="95000"/>
            </a:schemeClr>
          </a:solidFill>
        </p:spPr>
        <p:txBody>
          <a:bodyPr/>
          <a:lstStyle>
            <a:lvl1pPr algn="ctr">
              <a:defRPr sz="1600" b="0" baseline="0"/>
            </a:lvl1pPr>
          </a:lstStyle>
          <a:p>
            <a:endParaRPr lang="en-US"/>
          </a:p>
          <a:p>
            <a:endParaRPr lang="en-US"/>
          </a:p>
          <a:p>
            <a:r>
              <a:rPr lang="en-US"/>
              <a:t>Click icon to add picture</a:t>
            </a:r>
          </a:p>
          <a:p>
            <a:endParaRPr lang="en-US"/>
          </a:p>
          <a:p>
            <a:endParaRPr lang="en-US"/>
          </a:p>
          <a:p>
            <a:endParaRPr lang="en-US"/>
          </a:p>
          <a:p>
            <a:endParaRPr lang="en-US"/>
          </a:p>
        </p:txBody>
      </p:sp>
    </p:spTree>
    <p:extLst>
      <p:ext uri="{BB962C8B-B14F-4D97-AF65-F5344CB8AC3E}">
        <p14:creationId xmlns:p14="http://schemas.microsoft.com/office/powerpoint/2010/main" val="1896453543"/>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0820" y="1620000"/>
            <a:ext cx="5326613"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3869" y="1620000"/>
            <a:ext cx="5326613"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3870" y="504000"/>
            <a:ext cx="11183564"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490657487"/>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102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Título y objetos">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2F3F4F-35E4-4843-A957-9731121689B6}"/>
              </a:ext>
            </a:extLst>
          </p:cNvPr>
          <p:cNvSpPr/>
          <p:nvPr/>
        </p:nvSpPr>
        <p:spPr>
          <a:xfrm>
            <a:off x="0" y="0"/>
            <a:ext cx="12192000" cy="1725613"/>
          </a:xfrm>
          <a:prstGeom prst="rect">
            <a:avLst/>
          </a:prstGeom>
          <a:solidFill>
            <a:srgbClr val="8C8C8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
          </a:p>
        </p:txBody>
      </p:sp>
      <p:pic>
        <p:nvPicPr>
          <p:cNvPr id="7" name="Imagen 8">
            <a:extLst>
              <a:ext uri="{FF2B5EF4-FFF2-40B4-BE49-F238E27FC236}">
                <a16:creationId xmlns:a16="http://schemas.microsoft.com/office/drawing/2014/main" id="{2CEB386F-7B1B-4741-A556-D03264C2E7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7788" y="5995988"/>
            <a:ext cx="11398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8200" y="365127"/>
            <a:ext cx="5132461" cy="1281111"/>
          </a:xfrm>
        </p:spPr>
        <p:txBody>
          <a:bodyPr/>
          <a:lstStyle>
            <a:lvl1pPr>
              <a:defRPr>
                <a:solidFill>
                  <a:schemeClr val="bg1"/>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221342" y="365126"/>
            <a:ext cx="4893180" cy="1361125"/>
          </a:xfrm>
        </p:spPr>
        <p:txBody>
          <a:bodyPr>
            <a:normAutofit/>
          </a:bodyPr>
          <a:lstStyle>
            <a:lvl1pPr marL="0" indent="0">
              <a:buFontTx/>
              <a:buNone/>
              <a:defRPr sz="160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s-ES"/>
              <a:t>Haga clic para modificar los estilos de texto del patrón</a:t>
            </a:r>
          </a:p>
        </p:txBody>
      </p:sp>
      <p:sp>
        <p:nvSpPr>
          <p:cNvPr id="11" name="Content Placeholder 2"/>
          <p:cNvSpPr>
            <a:spLocks noGrp="1"/>
          </p:cNvSpPr>
          <p:nvPr>
            <p:ph idx="13"/>
          </p:nvPr>
        </p:nvSpPr>
        <p:spPr>
          <a:xfrm>
            <a:off x="838201" y="1999614"/>
            <a:ext cx="10276321" cy="1093965"/>
          </a:xfrm>
        </p:spPr>
        <p:txBody>
          <a:bodyPr>
            <a:normAutofit/>
          </a:bodyPr>
          <a:lstStyle>
            <a:lvl1pPr marL="0" indent="0">
              <a:buFontTx/>
              <a:buNone/>
              <a:defRPr sz="1200">
                <a:solidFill>
                  <a:srgbClr val="404040"/>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s-ES"/>
              <a:t>Haga clic para modificar los estilos de texto del patrón</a:t>
            </a:r>
          </a:p>
        </p:txBody>
      </p:sp>
      <p:sp>
        <p:nvSpPr>
          <p:cNvPr id="12" name="Slide Number Placeholder 6">
            <a:extLst>
              <a:ext uri="{FF2B5EF4-FFF2-40B4-BE49-F238E27FC236}">
                <a16:creationId xmlns:a16="http://schemas.microsoft.com/office/drawing/2014/main" id="{801F5ED1-9BBE-4C7B-A48D-D2EB6CA6D899}"/>
              </a:ext>
            </a:extLst>
          </p:cNvPr>
          <p:cNvSpPr>
            <a:spLocks noGrp="1"/>
          </p:cNvSpPr>
          <p:nvPr>
            <p:ph type="sldNum" sz="quarter" idx="12"/>
          </p:nvPr>
        </p:nvSpPr>
        <p:spPr>
          <a:xfrm>
            <a:off x="9331035" y="6402530"/>
            <a:ext cx="2743200" cy="365125"/>
          </a:xfrm>
        </p:spPr>
        <p:txBody>
          <a:bodyPr/>
          <a:lstStyle>
            <a:lvl1pPr>
              <a:defRPr sz="900">
                <a:latin typeface="Open Sans" panose="020B0606030504020204"/>
              </a:defRPr>
            </a:lvl1pPr>
          </a:lstStyle>
          <a:p>
            <a:pPr>
              <a:defRPr/>
            </a:pPr>
            <a:fld id="{5DC84F4C-A323-48BB-98BE-E3BEBA87E2C3}" type="slidenum">
              <a:rPr lang="es-ES" smtClean="0"/>
              <a:pPr>
                <a:defRPr/>
              </a:pPr>
              <a:t>‹Nº›</a:t>
            </a:fld>
            <a:endParaRPr lang="es-ES" sz="900"/>
          </a:p>
        </p:txBody>
      </p:sp>
    </p:spTree>
    <p:extLst>
      <p:ext uri="{BB962C8B-B14F-4D97-AF65-F5344CB8AC3E}">
        <p14:creationId xmlns:p14="http://schemas.microsoft.com/office/powerpoint/2010/main" val="2236927654"/>
      </p:ext>
    </p:extLst>
  </p:cSld>
  <p:clrMapOvr>
    <a:masterClrMapping/>
  </p:clrMapOvr>
  <p:transition spd="slow"/>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EEDE11D-5FFE-4758-8DAE-D1C331DA578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753600" y="6112059"/>
            <a:ext cx="876127" cy="437331"/>
          </a:xfrm>
          <a:prstGeom prst="rect">
            <a:avLst/>
          </a:prstGeom>
        </p:spPr>
      </p:pic>
      <p:sp>
        <p:nvSpPr>
          <p:cNvPr id="8" name="CuadroTexto 7">
            <a:extLst>
              <a:ext uri="{FF2B5EF4-FFF2-40B4-BE49-F238E27FC236}">
                <a16:creationId xmlns:a16="http://schemas.microsoft.com/office/drawing/2014/main" id="{43C1A782-13BA-4E96-B4EB-4825B3F2798F}"/>
              </a:ext>
            </a:extLst>
          </p:cNvPr>
          <p:cNvSpPr txBox="1"/>
          <p:nvPr userDrawn="1"/>
        </p:nvSpPr>
        <p:spPr>
          <a:xfrm>
            <a:off x="10439400" y="6192224"/>
            <a:ext cx="1328468" cy="276999"/>
          </a:xfrm>
          <a:prstGeom prst="rect">
            <a:avLst/>
          </a:prstGeom>
          <a:noFill/>
        </p:spPr>
        <p:txBody>
          <a:bodyPr wrap="square">
            <a:spAutoFit/>
          </a:bodyPr>
          <a:lstStyle/>
          <a:p>
            <a:pPr algn="ctr"/>
            <a:r>
              <a:rPr lang="es-ES_tradnl" sz="1200" i="0" u="none" strike="noStrike" baseline="30000" dirty="0">
                <a:solidFill>
                  <a:schemeClr val="tx1">
                    <a:lumMod val="85000"/>
                    <a:lumOff val="15000"/>
                  </a:schemeClr>
                </a:solidFill>
                <a:latin typeface="Verdana" panose="020B0604030504040204" pitchFamily="34" charset="0"/>
                <a:ea typeface="Verdana" panose="020B0604030504040204" pitchFamily="34" charset="0"/>
              </a:rPr>
              <a:t>www.auren.com</a:t>
            </a:r>
            <a:endParaRPr lang="es-ES" sz="1200" dirty="0">
              <a:solidFill>
                <a:schemeClr val="tx1">
                  <a:lumMod val="85000"/>
                  <a:lumOff val="15000"/>
                </a:schemeClr>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4534383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Tree>
    <p:extLst>
      <p:ext uri="{BB962C8B-B14F-4D97-AF65-F5344CB8AC3E}">
        <p14:creationId xmlns:p14="http://schemas.microsoft.com/office/powerpoint/2010/main" val="496859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10301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82447180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1/22/2024</a:t>
            </a:fld>
            <a:endParaRPr lang="en-US"/>
          </a:p>
        </p:txBody>
      </p:sp>
    </p:spTree>
    <p:extLst>
      <p:ext uri="{BB962C8B-B14F-4D97-AF65-F5344CB8AC3E}">
        <p14:creationId xmlns:p14="http://schemas.microsoft.com/office/powerpoint/2010/main" val="28862132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D9A8D3-91C5-4BF4-99FC-803B3AACFBA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31B44E8-6D8D-4660-AD43-B6D25EC223B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F869870-7547-45CF-8A5E-39CE9EE0FA06}"/>
              </a:ext>
            </a:extLst>
          </p:cNvPr>
          <p:cNvSpPr>
            <a:spLocks noGrp="1"/>
          </p:cNvSpPr>
          <p:nvPr>
            <p:ph type="dt" sz="half" idx="10"/>
          </p:nvPr>
        </p:nvSpPr>
        <p:spPr/>
        <p:txBody>
          <a:bodyPr/>
          <a:lstStyle/>
          <a:p>
            <a:fld id="{9816269C-4FDE-4A04-97CC-DA6384E4901B}" type="datetimeFigureOut">
              <a:rPr lang="es-ES" smtClean="0"/>
              <a:t>22/01/2024</a:t>
            </a:fld>
            <a:endParaRPr lang="es-ES"/>
          </a:p>
        </p:txBody>
      </p:sp>
      <p:sp>
        <p:nvSpPr>
          <p:cNvPr id="5" name="Marcador de pie de página 4">
            <a:extLst>
              <a:ext uri="{FF2B5EF4-FFF2-40B4-BE49-F238E27FC236}">
                <a16:creationId xmlns:a16="http://schemas.microsoft.com/office/drawing/2014/main" id="{9E1D891C-0577-4221-865A-30F03173A0F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7A814B1-8978-4E5C-972E-67FF4CE806FC}"/>
              </a:ext>
            </a:extLst>
          </p:cNvPr>
          <p:cNvSpPr>
            <a:spLocks noGrp="1"/>
          </p:cNvSpPr>
          <p:nvPr>
            <p:ph type="sldNum" sz="quarter" idx="12"/>
          </p:nvPr>
        </p:nvSpPr>
        <p:spPr/>
        <p:txBody>
          <a:bodyPr/>
          <a:lstStyle/>
          <a:p>
            <a:fld id="{FBF0D893-0027-4602-952C-7A19058D7E22}" type="slidenum">
              <a:rPr lang="es-ES" smtClean="0"/>
              <a:t>‹Nº›</a:t>
            </a:fld>
            <a:endParaRPr lang="es-ES"/>
          </a:p>
        </p:txBody>
      </p:sp>
    </p:spTree>
    <p:extLst>
      <p:ext uri="{BB962C8B-B14F-4D97-AF65-F5344CB8AC3E}">
        <p14:creationId xmlns:p14="http://schemas.microsoft.com/office/powerpoint/2010/main" val="12345825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Solo el título">
    <p:spTree>
      <p:nvGrpSpPr>
        <p:cNvPr id="1" name=""/>
        <p:cNvGrpSpPr/>
        <p:nvPr/>
      </p:nvGrpSpPr>
      <p:grpSpPr>
        <a:xfrm>
          <a:off x="0" y="0"/>
          <a:ext cx="0" cy="0"/>
          <a:chOff x="0" y="0"/>
          <a:chExt cx="0" cy="0"/>
        </a:xfrm>
      </p:grpSpPr>
      <p:sp>
        <p:nvSpPr>
          <p:cNvPr id="14" name="Content Placeholder 3"/>
          <p:cNvSpPr>
            <a:spLocks noGrp="1"/>
          </p:cNvSpPr>
          <p:nvPr>
            <p:ph sz="half" idx="2"/>
          </p:nvPr>
        </p:nvSpPr>
        <p:spPr>
          <a:xfrm>
            <a:off x="634690" y="1984399"/>
            <a:ext cx="10719111"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6" name="Title 1"/>
          <p:cNvSpPr>
            <a:spLocks noGrp="1"/>
          </p:cNvSpPr>
          <p:nvPr>
            <p:ph type="title"/>
          </p:nvPr>
        </p:nvSpPr>
        <p:spPr>
          <a:xfrm>
            <a:off x="956210" y="498474"/>
            <a:ext cx="5025065" cy="1036638"/>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8" name="Date Placeholder 2">
            <a:extLst>
              <a:ext uri="{FF2B5EF4-FFF2-40B4-BE49-F238E27FC236}">
                <a16:creationId xmlns:a16="http://schemas.microsoft.com/office/drawing/2014/main" id="{B21701C4-EB5A-47CC-AB8F-188AD91E4C73}"/>
              </a:ext>
            </a:extLst>
          </p:cNvPr>
          <p:cNvSpPr>
            <a:spLocks noGrp="1"/>
          </p:cNvSpPr>
          <p:nvPr>
            <p:ph type="dt" sz="half" idx="10"/>
          </p:nvPr>
        </p:nvSpPr>
        <p:spPr/>
        <p:txBody>
          <a:bodyPr/>
          <a:lstStyle>
            <a:lvl1pPr>
              <a:defRPr/>
            </a:lvl1pPr>
          </a:lstStyle>
          <a:p>
            <a:pPr>
              <a:defRPr/>
            </a:pPr>
            <a:fld id="{A5CC6678-5A64-41DE-9F6D-A55704514E45}" type="datetimeFigureOut">
              <a:rPr lang="es-ES"/>
              <a:pPr>
                <a:defRPr/>
              </a:pPr>
              <a:t>22/01/2024</a:t>
            </a:fld>
            <a:endParaRPr lang="es-ES"/>
          </a:p>
        </p:txBody>
      </p:sp>
      <p:sp>
        <p:nvSpPr>
          <p:cNvPr id="9" name="Footer Placeholder 3">
            <a:extLst>
              <a:ext uri="{FF2B5EF4-FFF2-40B4-BE49-F238E27FC236}">
                <a16:creationId xmlns:a16="http://schemas.microsoft.com/office/drawing/2014/main" id="{B21F56EC-CCA5-4152-A257-5E14CF2D69D1}"/>
              </a:ext>
            </a:extLst>
          </p:cNvPr>
          <p:cNvSpPr>
            <a:spLocks noGrp="1"/>
          </p:cNvSpPr>
          <p:nvPr>
            <p:ph type="ftr" sz="quarter" idx="11"/>
          </p:nvPr>
        </p:nvSpPr>
        <p:spPr/>
        <p:txBody>
          <a:bodyPr/>
          <a:lstStyle>
            <a:lvl1pPr>
              <a:defRPr/>
            </a:lvl1pPr>
          </a:lstStyle>
          <a:p>
            <a:pPr>
              <a:defRPr/>
            </a:pPr>
            <a:endParaRPr lang="es-ES"/>
          </a:p>
        </p:txBody>
      </p:sp>
      <p:sp>
        <p:nvSpPr>
          <p:cNvPr id="10" name="Slide Number Placeholder 4">
            <a:extLst>
              <a:ext uri="{FF2B5EF4-FFF2-40B4-BE49-F238E27FC236}">
                <a16:creationId xmlns:a16="http://schemas.microsoft.com/office/drawing/2014/main" id="{6BFABD54-9DAF-415C-9A11-313FB97F6EA1}"/>
              </a:ext>
            </a:extLst>
          </p:cNvPr>
          <p:cNvSpPr>
            <a:spLocks noGrp="1"/>
          </p:cNvSpPr>
          <p:nvPr>
            <p:ph type="sldNum" sz="quarter" idx="12"/>
          </p:nvPr>
        </p:nvSpPr>
        <p:spPr/>
        <p:txBody>
          <a:bodyPr/>
          <a:lstStyle>
            <a:lvl1pPr>
              <a:defRPr/>
            </a:lvl1pPr>
          </a:lstStyle>
          <a:p>
            <a:pPr>
              <a:defRPr/>
            </a:pPr>
            <a:fld id="{D2D61732-BC94-43EB-9D47-063901E90EC6}" type="slidenum">
              <a:rPr lang="es-ES"/>
              <a:pPr>
                <a:defRPr/>
              </a:pPr>
              <a:t>‹Nº›</a:t>
            </a:fld>
            <a:endParaRPr lang="es-ES"/>
          </a:p>
        </p:txBody>
      </p:sp>
      <p:pic>
        <p:nvPicPr>
          <p:cNvPr id="7" name="Imagen 6">
            <a:extLst>
              <a:ext uri="{FF2B5EF4-FFF2-40B4-BE49-F238E27FC236}">
                <a16:creationId xmlns:a16="http://schemas.microsoft.com/office/drawing/2014/main" id="{528C5C8F-9135-4B6D-B1B6-A993A1A3A059}"/>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9480550" y="0"/>
            <a:ext cx="27114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69218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EEDE11D-5FFE-4758-8DAE-D1C331DA578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753600" y="6112059"/>
            <a:ext cx="876127" cy="437331"/>
          </a:xfrm>
          <a:prstGeom prst="rect">
            <a:avLst/>
          </a:prstGeom>
        </p:spPr>
      </p:pic>
      <p:sp>
        <p:nvSpPr>
          <p:cNvPr id="8" name="CuadroTexto 7">
            <a:extLst>
              <a:ext uri="{FF2B5EF4-FFF2-40B4-BE49-F238E27FC236}">
                <a16:creationId xmlns:a16="http://schemas.microsoft.com/office/drawing/2014/main" id="{43C1A782-13BA-4E96-B4EB-4825B3F2798F}"/>
              </a:ext>
            </a:extLst>
          </p:cNvPr>
          <p:cNvSpPr txBox="1"/>
          <p:nvPr userDrawn="1"/>
        </p:nvSpPr>
        <p:spPr>
          <a:xfrm>
            <a:off x="10439400" y="6192224"/>
            <a:ext cx="1328468" cy="276999"/>
          </a:xfrm>
          <a:prstGeom prst="rect">
            <a:avLst/>
          </a:prstGeom>
          <a:noFill/>
        </p:spPr>
        <p:txBody>
          <a:bodyPr wrap="square">
            <a:spAutoFit/>
          </a:bodyPr>
          <a:lstStyle/>
          <a:p>
            <a:pPr algn="ctr"/>
            <a:r>
              <a:rPr lang="es-ES_tradnl" sz="1200" i="0" u="none" strike="noStrike" baseline="30000" dirty="0">
                <a:solidFill>
                  <a:schemeClr val="tx1">
                    <a:lumMod val="85000"/>
                    <a:lumOff val="15000"/>
                  </a:schemeClr>
                </a:solidFill>
                <a:latin typeface="Verdana" panose="020B0604030504040204" pitchFamily="34" charset="0"/>
                <a:ea typeface="Verdana" panose="020B0604030504040204" pitchFamily="34" charset="0"/>
              </a:rPr>
              <a:t>www.auren.com</a:t>
            </a:r>
            <a:endParaRPr lang="es-ES" sz="1200" dirty="0">
              <a:solidFill>
                <a:schemeClr val="tx1">
                  <a:lumMod val="85000"/>
                  <a:lumOff val="15000"/>
                </a:schemeClr>
              </a:solidFill>
              <a:latin typeface="Verdana" panose="020B0604030504040204" pitchFamily="34" charset="0"/>
              <a:ea typeface="Verdana" panose="020B0604030504040204" pitchFamily="34" charset="0"/>
            </a:endParaRPr>
          </a:p>
        </p:txBody>
      </p:sp>
      <p:pic>
        <p:nvPicPr>
          <p:cNvPr id="4" name="Picture 5">
            <a:extLst>
              <a:ext uri="{FF2B5EF4-FFF2-40B4-BE49-F238E27FC236}">
                <a16:creationId xmlns:a16="http://schemas.microsoft.com/office/drawing/2014/main" id="{EDDE60EA-F190-443C-9CC7-28B8531CDF3A}"/>
              </a:ext>
            </a:extLst>
          </p:cNvPr>
          <p:cNvPicPr>
            <a:picLocks noChangeAspect="1"/>
          </p:cNvPicPr>
          <p:nvPr userDrawn="1"/>
        </p:nvPicPr>
        <p:blipFill>
          <a:blip r:embed="rId3"/>
          <a:stretch>
            <a:fillRect/>
          </a:stretch>
        </p:blipFill>
        <p:spPr>
          <a:xfrm>
            <a:off x="491492" y="6006597"/>
            <a:ext cx="2141562" cy="542793"/>
          </a:xfrm>
          <a:prstGeom prst="rect">
            <a:avLst/>
          </a:prstGeom>
        </p:spPr>
      </p:pic>
    </p:spTree>
    <p:extLst>
      <p:ext uri="{BB962C8B-B14F-4D97-AF65-F5344CB8AC3E}">
        <p14:creationId xmlns:p14="http://schemas.microsoft.com/office/powerpoint/2010/main" val="34333312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Tree>
    <p:extLst>
      <p:ext uri="{BB962C8B-B14F-4D97-AF65-F5344CB8AC3E}">
        <p14:creationId xmlns:p14="http://schemas.microsoft.com/office/powerpoint/2010/main" val="32844344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692479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53636157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1/22/2024</a:t>
            </a:fld>
            <a:endParaRPr lang="en-US"/>
          </a:p>
        </p:txBody>
      </p:sp>
    </p:spTree>
    <p:extLst>
      <p:ext uri="{BB962C8B-B14F-4D97-AF65-F5344CB8AC3E}">
        <p14:creationId xmlns:p14="http://schemas.microsoft.com/office/powerpoint/2010/main" val="6253946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D9A8D3-91C5-4BF4-99FC-803B3AACFBA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31B44E8-6D8D-4660-AD43-B6D25EC223B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F869870-7547-45CF-8A5E-39CE9EE0FA06}"/>
              </a:ext>
            </a:extLst>
          </p:cNvPr>
          <p:cNvSpPr>
            <a:spLocks noGrp="1"/>
          </p:cNvSpPr>
          <p:nvPr>
            <p:ph type="dt" sz="half" idx="10"/>
          </p:nvPr>
        </p:nvSpPr>
        <p:spPr/>
        <p:txBody>
          <a:bodyPr/>
          <a:lstStyle/>
          <a:p>
            <a:fld id="{9816269C-4FDE-4A04-97CC-DA6384E4901B}" type="datetimeFigureOut">
              <a:rPr lang="es-ES" smtClean="0"/>
              <a:t>22/01/2024</a:t>
            </a:fld>
            <a:endParaRPr lang="es-ES"/>
          </a:p>
        </p:txBody>
      </p:sp>
      <p:sp>
        <p:nvSpPr>
          <p:cNvPr id="5" name="Marcador de pie de página 4">
            <a:extLst>
              <a:ext uri="{FF2B5EF4-FFF2-40B4-BE49-F238E27FC236}">
                <a16:creationId xmlns:a16="http://schemas.microsoft.com/office/drawing/2014/main" id="{9E1D891C-0577-4221-865A-30F03173A0F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7A814B1-8978-4E5C-972E-67FF4CE806FC}"/>
              </a:ext>
            </a:extLst>
          </p:cNvPr>
          <p:cNvSpPr>
            <a:spLocks noGrp="1"/>
          </p:cNvSpPr>
          <p:nvPr>
            <p:ph type="sldNum" sz="quarter" idx="12"/>
          </p:nvPr>
        </p:nvSpPr>
        <p:spPr/>
        <p:txBody>
          <a:bodyPr/>
          <a:lstStyle/>
          <a:p>
            <a:fld id="{FBF0D893-0027-4602-952C-7A19058D7E22}" type="slidenum">
              <a:rPr lang="es-ES" smtClean="0"/>
              <a:t>‹Nº›</a:t>
            </a:fld>
            <a:endParaRPr lang="es-ES"/>
          </a:p>
        </p:txBody>
      </p:sp>
    </p:spTree>
    <p:extLst>
      <p:ext uri="{BB962C8B-B14F-4D97-AF65-F5344CB8AC3E}">
        <p14:creationId xmlns:p14="http://schemas.microsoft.com/office/powerpoint/2010/main" val="417786240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14" name="Content Placeholder 3"/>
          <p:cNvSpPr>
            <a:spLocks noGrp="1"/>
          </p:cNvSpPr>
          <p:nvPr>
            <p:ph sz="half" idx="2"/>
          </p:nvPr>
        </p:nvSpPr>
        <p:spPr>
          <a:xfrm>
            <a:off x="634690" y="1984399"/>
            <a:ext cx="10719111"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6" name="Title 1"/>
          <p:cNvSpPr>
            <a:spLocks noGrp="1"/>
          </p:cNvSpPr>
          <p:nvPr>
            <p:ph type="title"/>
          </p:nvPr>
        </p:nvSpPr>
        <p:spPr>
          <a:xfrm>
            <a:off x="956210" y="498474"/>
            <a:ext cx="5025065" cy="1036638"/>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8" name="Date Placeholder 2">
            <a:extLst>
              <a:ext uri="{FF2B5EF4-FFF2-40B4-BE49-F238E27FC236}">
                <a16:creationId xmlns:a16="http://schemas.microsoft.com/office/drawing/2014/main" id="{B21701C4-EB5A-47CC-AB8F-188AD91E4C73}"/>
              </a:ext>
            </a:extLst>
          </p:cNvPr>
          <p:cNvSpPr>
            <a:spLocks noGrp="1"/>
          </p:cNvSpPr>
          <p:nvPr>
            <p:ph type="dt" sz="half" idx="10"/>
          </p:nvPr>
        </p:nvSpPr>
        <p:spPr/>
        <p:txBody>
          <a:bodyPr/>
          <a:lstStyle>
            <a:lvl1pPr>
              <a:defRPr/>
            </a:lvl1pPr>
          </a:lstStyle>
          <a:p>
            <a:pPr>
              <a:defRPr/>
            </a:pPr>
            <a:fld id="{A5CC6678-5A64-41DE-9F6D-A55704514E45}" type="datetimeFigureOut">
              <a:rPr lang="es-ES"/>
              <a:pPr>
                <a:defRPr/>
              </a:pPr>
              <a:t>22/01/2024</a:t>
            </a:fld>
            <a:endParaRPr lang="es-ES"/>
          </a:p>
        </p:txBody>
      </p:sp>
      <p:sp>
        <p:nvSpPr>
          <p:cNvPr id="9" name="Footer Placeholder 3">
            <a:extLst>
              <a:ext uri="{FF2B5EF4-FFF2-40B4-BE49-F238E27FC236}">
                <a16:creationId xmlns:a16="http://schemas.microsoft.com/office/drawing/2014/main" id="{B21F56EC-CCA5-4152-A257-5E14CF2D69D1}"/>
              </a:ext>
            </a:extLst>
          </p:cNvPr>
          <p:cNvSpPr>
            <a:spLocks noGrp="1"/>
          </p:cNvSpPr>
          <p:nvPr>
            <p:ph type="ftr" sz="quarter" idx="11"/>
          </p:nvPr>
        </p:nvSpPr>
        <p:spPr/>
        <p:txBody>
          <a:bodyPr/>
          <a:lstStyle>
            <a:lvl1pPr>
              <a:defRPr/>
            </a:lvl1pPr>
          </a:lstStyle>
          <a:p>
            <a:pPr>
              <a:defRPr/>
            </a:pPr>
            <a:endParaRPr lang="es-ES"/>
          </a:p>
        </p:txBody>
      </p:sp>
      <p:sp>
        <p:nvSpPr>
          <p:cNvPr id="10" name="Slide Number Placeholder 4">
            <a:extLst>
              <a:ext uri="{FF2B5EF4-FFF2-40B4-BE49-F238E27FC236}">
                <a16:creationId xmlns:a16="http://schemas.microsoft.com/office/drawing/2014/main" id="{6BFABD54-9DAF-415C-9A11-313FB97F6EA1}"/>
              </a:ext>
            </a:extLst>
          </p:cNvPr>
          <p:cNvSpPr>
            <a:spLocks noGrp="1"/>
          </p:cNvSpPr>
          <p:nvPr>
            <p:ph type="sldNum" sz="quarter" idx="12"/>
          </p:nvPr>
        </p:nvSpPr>
        <p:spPr/>
        <p:txBody>
          <a:bodyPr/>
          <a:lstStyle>
            <a:lvl1pPr>
              <a:defRPr/>
            </a:lvl1pPr>
          </a:lstStyle>
          <a:p>
            <a:pPr>
              <a:defRPr/>
            </a:pPr>
            <a:fld id="{D2D61732-BC94-43EB-9D47-063901E90EC6}" type="slidenum">
              <a:rPr lang="es-ES"/>
              <a:pPr>
                <a:defRPr/>
              </a:pPr>
              <a:t>‹Nº›</a:t>
            </a:fld>
            <a:endParaRPr lang="es-ES"/>
          </a:p>
        </p:txBody>
      </p:sp>
    </p:spTree>
    <p:extLst>
      <p:ext uri="{BB962C8B-B14F-4D97-AF65-F5344CB8AC3E}">
        <p14:creationId xmlns:p14="http://schemas.microsoft.com/office/powerpoint/2010/main" val="2256104358"/>
      </p:ext>
    </p:extLst>
  </p:cSld>
  <p:clrMapOvr>
    <a:masterClrMapping/>
  </p:clrMapOvr>
  <p:transition spd="slow"/>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EEDE11D-5FFE-4758-8DAE-D1C331DA578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753600" y="6112059"/>
            <a:ext cx="876127" cy="437331"/>
          </a:xfrm>
          <a:prstGeom prst="rect">
            <a:avLst/>
          </a:prstGeom>
        </p:spPr>
      </p:pic>
      <p:sp>
        <p:nvSpPr>
          <p:cNvPr id="8" name="CuadroTexto 7">
            <a:extLst>
              <a:ext uri="{FF2B5EF4-FFF2-40B4-BE49-F238E27FC236}">
                <a16:creationId xmlns:a16="http://schemas.microsoft.com/office/drawing/2014/main" id="{43C1A782-13BA-4E96-B4EB-4825B3F2798F}"/>
              </a:ext>
            </a:extLst>
          </p:cNvPr>
          <p:cNvSpPr txBox="1"/>
          <p:nvPr userDrawn="1"/>
        </p:nvSpPr>
        <p:spPr>
          <a:xfrm>
            <a:off x="10439400" y="6192224"/>
            <a:ext cx="1328468" cy="276999"/>
          </a:xfrm>
          <a:prstGeom prst="rect">
            <a:avLst/>
          </a:prstGeom>
          <a:noFill/>
        </p:spPr>
        <p:txBody>
          <a:bodyPr wrap="square">
            <a:spAutoFit/>
          </a:bodyPr>
          <a:lstStyle/>
          <a:p>
            <a:pPr algn="ctr"/>
            <a:r>
              <a:rPr lang="es-ES_tradnl" sz="1200" i="0" u="none" strike="noStrike" baseline="30000" dirty="0">
                <a:solidFill>
                  <a:schemeClr val="tx1">
                    <a:lumMod val="85000"/>
                    <a:lumOff val="15000"/>
                  </a:schemeClr>
                </a:solidFill>
                <a:latin typeface="Verdana" panose="020B0604030504040204" pitchFamily="34" charset="0"/>
                <a:ea typeface="Verdana" panose="020B0604030504040204" pitchFamily="34" charset="0"/>
              </a:rPr>
              <a:t>www.auren.com</a:t>
            </a:r>
            <a:endParaRPr lang="es-ES" sz="1200" dirty="0">
              <a:solidFill>
                <a:schemeClr val="tx1">
                  <a:lumMod val="85000"/>
                  <a:lumOff val="15000"/>
                </a:schemeClr>
              </a:solidFill>
              <a:latin typeface="Verdana" panose="020B0604030504040204" pitchFamily="34" charset="0"/>
              <a:ea typeface="Verdana" panose="020B0604030504040204" pitchFamily="34" charset="0"/>
            </a:endParaRPr>
          </a:p>
        </p:txBody>
      </p:sp>
      <p:pic>
        <p:nvPicPr>
          <p:cNvPr id="4" name="Picture 5">
            <a:extLst>
              <a:ext uri="{FF2B5EF4-FFF2-40B4-BE49-F238E27FC236}">
                <a16:creationId xmlns:a16="http://schemas.microsoft.com/office/drawing/2014/main" id="{EDDE60EA-F190-443C-9CC7-28B8531CDF3A}"/>
              </a:ext>
            </a:extLst>
          </p:cNvPr>
          <p:cNvPicPr>
            <a:picLocks noChangeAspect="1"/>
          </p:cNvPicPr>
          <p:nvPr userDrawn="1"/>
        </p:nvPicPr>
        <p:blipFill>
          <a:blip r:embed="rId3"/>
          <a:stretch>
            <a:fillRect/>
          </a:stretch>
        </p:blipFill>
        <p:spPr>
          <a:xfrm>
            <a:off x="491492" y="6006597"/>
            <a:ext cx="2141562" cy="542793"/>
          </a:xfrm>
          <a:prstGeom prst="rect">
            <a:avLst/>
          </a:prstGeom>
        </p:spPr>
      </p:pic>
    </p:spTree>
    <p:extLst>
      <p:ext uri="{BB962C8B-B14F-4D97-AF65-F5344CB8AC3E}">
        <p14:creationId xmlns:p14="http://schemas.microsoft.com/office/powerpoint/2010/main" val="121003905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Tree>
    <p:extLst>
      <p:ext uri="{BB962C8B-B14F-4D97-AF65-F5344CB8AC3E}">
        <p14:creationId xmlns:p14="http://schemas.microsoft.com/office/powerpoint/2010/main" val="178730917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697033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66415761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1/22/2024</a:t>
            </a:fld>
            <a:endParaRPr lang="en-US"/>
          </a:p>
        </p:txBody>
      </p:sp>
    </p:spTree>
    <p:extLst>
      <p:ext uri="{BB962C8B-B14F-4D97-AF65-F5344CB8AC3E}">
        <p14:creationId xmlns:p14="http://schemas.microsoft.com/office/powerpoint/2010/main" val="421752607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D9A8D3-91C5-4BF4-99FC-803B3AACFBA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31B44E8-6D8D-4660-AD43-B6D25EC223B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F869870-7547-45CF-8A5E-39CE9EE0FA06}"/>
              </a:ext>
            </a:extLst>
          </p:cNvPr>
          <p:cNvSpPr>
            <a:spLocks noGrp="1"/>
          </p:cNvSpPr>
          <p:nvPr>
            <p:ph type="dt" sz="half" idx="10"/>
          </p:nvPr>
        </p:nvSpPr>
        <p:spPr/>
        <p:txBody>
          <a:bodyPr/>
          <a:lstStyle/>
          <a:p>
            <a:fld id="{9816269C-4FDE-4A04-97CC-DA6384E4901B}" type="datetimeFigureOut">
              <a:rPr lang="es-ES" smtClean="0"/>
              <a:t>22/01/2024</a:t>
            </a:fld>
            <a:endParaRPr lang="es-ES"/>
          </a:p>
        </p:txBody>
      </p:sp>
      <p:sp>
        <p:nvSpPr>
          <p:cNvPr id="5" name="Marcador de pie de página 4">
            <a:extLst>
              <a:ext uri="{FF2B5EF4-FFF2-40B4-BE49-F238E27FC236}">
                <a16:creationId xmlns:a16="http://schemas.microsoft.com/office/drawing/2014/main" id="{9E1D891C-0577-4221-865A-30F03173A0F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7A814B1-8978-4E5C-972E-67FF4CE806FC}"/>
              </a:ext>
            </a:extLst>
          </p:cNvPr>
          <p:cNvSpPr>
            <a:spLocks noGrp="1"/>
          </p:cNvSpPr>
          <p:nvPr>
            <p:ph type="sldNum" sz="quarter" idx="12"/>
          </p:nvPr>
        </p:nvSpPr>
        <p:spPr/>
        <p:txBody>
          <a:bodyPr/>
          <a:lstStyle/>
          <a:p>
            <a:fld id="{FBF0D893-0027-4602-952C-7A19058D7E22}" type="slidenum">
              <a:rPr lang="es-ES" smtClean="0"/>
              <a:t>‹Nº›</a:t>
            </a:fld>
            <a:endParaRPr lang="es-ES"/>
          </a:p>
        </p:txBody>
      </p:sp>
    </p:spTree>
    <p:extLst>
      <p:ext uri="{BB962C8B-B14F-4D97-AF65-F5344CB8AC3E}">
        <p14:creationId xmlns:p14="http://schemas.microsoft.com/office/powerpoint/2010/main" val="146728346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14" name="Content Placeholder 3"/>
          <p:cNvSpPr>
            <a:spLocks noGrp="1"/>
          </p:cNvSpPr>
          <p:nvPr>
            <p:ph sz="half" idx="2"/>
          </p:nvPr>
        </p:nvSpPr>
        <p:spPr>
          <a:xfrm>
            <a:off x="634690" y="1984399"/>
            <a:ext cx="10719111"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6" name="Title 1"/>
          <p:cNvSpPr>
            <a:spLocks noGrp="1"/>
          </p:cNvSpPr>
          <p:nvPr>
            <p:ph type="title"/>
          </p:nvPr>
        </p:nvSpPr>
        <p:spPr>
          <a:xfrm>
            <a:off x="956210" y="498474"/>
            <a:ext cx="5025065" cy="1036638"/>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8" name="Date Placeholder 2">
            <a:extLst>
              <a:ext uri="{FF2B5EF4-FFF2-40B4-BE49-F238E27FC236}">
                <a16:creationId xmlns:a16="http://schemas.microsoft.com/office/drawing/2014/main" id="{B21701C4-EB5A-47CC-AB8F-188AD91E4C73}"/>
              </a:ext>
            </a:extLst>
          </p:cNvPr>
          <p:cNvSpPr>
            <a:spLocks noGrp="1"/>
          </p:cNvSpPr>
          <p:nvPr>
            <p:ph type="dt" sz="half" idx="10"/>
          </p:nvPr>
        </p:nvSpPr>
        <p:spPr/>
        <p:txBody>
          <a:bodyPr/>
          <a:lstStyle>
            <a:lvl1pPr>
              <a:defRPr/>
            </a:lvl1pPr>
          </a:lstStyle>
          <a:p>
            <a:pPr>
              <a:defRPr/>
            </a:pPr>
            <a:fld id="{A5CC6678-5A64-41DE-9F6D-A55704514E45}" type="datetimeFigureOut">
              <a:rPr lang="es-ES"/>
              <a:pPr>
                <a:defRPr/>
              </a:pPr>
              <a:t>22/01/2024</a:t>
            </a:fld>
            <a:endParaRPr lang="es-ES"/>
          </a:p>
        </p:txBody>
      </p:sp>
      <p:sp>
        <p:nvSpPr>
          <p:cNvPr id="9" name="Footer Placeholder 3">
            <a:extLst>
              <a:ext uri="{FF2B5EF4-FFF2-40B4-BE49-F238E27FC236}">
                <a16:creationId xmlns:a16="http://schemas.microsoft.com/office/drawing/2014/main" id="{B21F56EC-CCA5-4152-A257-5E14CF2D69D1}"/>
              </a:ext>
            </a:extLst>
          </p:cNvPr>
          <p:cNvSpPr>
            <a:spLocks noGrp="1"/>
          </p:cNvSpPr>
          <p:nvPr>
            <p:ph type="ftr" sz="quarter" idx="11"/>
          </p:nvPr>
        </p:nvSpPr>
        <p:spPr/>
        <p:txBody>
          <a:bodyPr/>
          <a:lstStyle>
            <a:lvl1pPr>
              <a:defRPr/>
            </a:lvl1pPr>
          </a:lstStyle>
          <a:p>
            <a:pPr>
              <a:defRPr/>
            </a:pPr>
            <a:endParaRPr lang="es-ES"/>
          </a:p>
        </p:txBody>
      </p:sp>
      <p:sp>
        <p:nvSpPr>
          <p:cNvPr id="10" name="Slide Number Placeholder 4">
            <a:extLst>
              <a:ext uri="{FF2B5EF4-FFF2-40B4-BE49-F238E27FC236}">
                <a16:creationId xmlns:a16="http://schemas.microsoft.com/office/drawing/2014/main" id="{6BFABD54-9DAF-415C-9A11-313FB97F6EA1}"/>
              </a:ext>
            </a:extLst>
          </p:cNvPr>
          <p:cNvSpPr>
            <a:spLocks noGrp="1"/>
          </p:cNvSpPr>
          <p:nvPr>
            <p:ph type="sldNum" sz="quarter" idx="12"/>
          </p:nvPr>
        </p:nvSpPr>
        <p:spPr/>
        <p:txBody>
          <a:bodyPr/>
          <a:lstStyle>
            <a:lvl1pPr>
              <a:defRPr/>
            </a:lvl1pPr>
          </a:lstStyle>
          <a:p>
            <a:pPr>
              <a:defRPr/>
            </a:pPr>
            <a:fld id="{D2D61732-BC94-43EB-9D47-063901E90EC6}" type="slidenum">
              <a:rPr lang="es-ES"/>
              <a:pPr>
                <a:defRPr/>
              </a:pPr>
              <a:t>‹Nº›</a:t>
            </a:fld>
            <a:endParaRPr lang="es-ES"/>
          </a:p>
        </p:txBody>
      </p:sp>
    </p:spTree>
    <p:extLst>
      <p:ext uri="{BB962C8B-B14F-4D97-AF65-F5344CB8AC3E}">
        <p14:creationId xmlns:p14="http://schemas.microsoft.com/office/powerpoint/2010/main" val="4095048724"/>
      </p:ext>
    </p:extLst>
  </p:cSld>
  <p:clrMapOvr>
    <a:masterClrMapping/>
  </p:clrMapOvr>
  <p:transition spd="slow"/>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EEDE11D-5FFE-4758-8DAE-D1C331DA578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753600" y="6112059"/>
            <a:ext cx="876127" cy="437331"/>
          </a:xfrm>
          <a:prstGeom prst="rect">
            <a:avLst/>
          </a:prstGeom>
        </p:spPr>
      </p:pic>
      <p:sp>
        <p:nvSpPr>
          <p:cNvPr id="8" name="CuadroTexto 7">
            <a:extLst>
              <a:ext uri="{FF2B5EF4-FFF2-40B4-BE49-F238E27FC236}">
                <a16:creationId xmlns:a16="http://schemas.microsoft.com/office/drawing/2014/main" id="{43C1A782-13BA-4E96-B4EB-4825B3F2798F}"/>
              </a:ext>
            </a:extLst>
          </p:cNvPr>
          <p:cNvSpPr txBox="1"/>
          <p:nvPr userDrawn="1"/>
        </p:nvSpPr>
        <p:spPr>
          <a:xfrm>
            <a:off x="10439400" y="6192224"/>
            <a:ext cx="1328468" cy="276999"/>
          </a:xfrm>
          <a:prstGeom prst="rect">
            <a:avLst/>
          </a:prstGeom>
          <a:noFill/>
        </p:spPr>
        <p:txBody>
          <a:bodyPr wrap="square">
            <a:spAutoFit/>
          </a:bodyPr>
          <a:lstStyle/>
          <a:p>
            <a:pPr algn="ctr"/>
            <a:r>
              <a:rPr lang="es-ES_tradnl" sz="1200" i="0" u="none" strike="noStrike" baseline="30000" dirty="0">
                <a:solidFill>
                  <a:schemeClr val="tx1">
                    <a:lumMod val="85000"/>
                    <a:lumOff val="15000"/>
                  </a:schemeClr>
                </a:solidFill>
                <a:latin typeface="Verdana" panose="020B0604030504040204" pitchFamily="34" charset="0"/>
                <a:ea typeface="Verdana" panose="020B0604030504040204" pitchFamily="34" charset="0"/>
              </a:rPr>
              <a:t>www.auren.com</a:t>
            </a:r>
            <a:endParaRPr lang="es-ES" sz="1200" dirty="0">
              <a:solidFill>
                <a:schemeClr val="tx1">
                  <a:lumMod val="85000"/>
                  <a:lumOff val="15000"/>
                </a:schemeClr>
              </a:solidFill>
              <a:latin typeface="Verdana" panose="020B0604030504040204" pitchFamily="34" charset="0"/>
              <a:ea typeface="Verdana" panose="020B0604030504040204" pitchFamily="34" charset="0"/>
            </a:endParaRPr>
          </a:p>
        </p:txBody>
      </p:sp>
      <p:pic>
        <p:nvPicPr>
          <p:cNvPr id="4" name="Picture 5">
            <a:extLst>
              <a:ext uri="{FF2B5EF4-FFF2-40B4-BE49-F238E27FC236}">
                <a16:creationId xmlns:a16="http://schemas.microsoft.com/office/drawing/2014/main" id="{EDDE60EA-F190-443C-9CC7-28B8531CDF3A}"/>
              </a:ext>
            </a:extLst>
          </p:cNvPr>
          <p:cNvPicPr>
            <a:picLocks noChangeAspect="1"/>
          </p:cNvPicPr>
          <p:nvPr userDrawn="1"/>
        </p:nvPicPr>
        <p:blipFill>
          <a:blip r:embed="rId3"/>
          <a:stretch>
            <a:fillRect/>
          </a:stretch>
        </p:blipFill>
        <p:spPr>
          <a:xfrm>
            <a:off x="491492" y="6006597"/>
            <a:ext cx="2141562" cy="542793"/>
          </a:xfrm>
          <a:prstGeom prst="rect">
            <a:avLst/>
          </a:prstGeom>
        </p:spPr>
      </p:pic>
    </p:spTree>
    <p:extLst>
      <p:ext uri="{BB962C8B-B14F-4D97-AF65-F5344CB8AC3E}">
        <p14:creationId xmlns:p14="http://schemas.microsoft.com/office/powerpoint/2010/main" val="11891673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Tree>
    <p:extLst>
      <p:ext uri="{BB962C8B-B14F-4D97-AF65-F5344CB8AC3E}">
        <p14:creationId xmlns:p14="http://schemas.microsoft.com/office/powerpoint/2010/main" val="32561947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927252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5003761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1/22/2024</a:t>
            </a:fld>
            <a:endParaRPr lang="en-US"/>
          </a:p>
        </p:txBody>
      </p:sp>
    </p:spTree>
    <p:extLst>
      <p:ext uri="{BB962C8B-B14F-4D97-AF65-F5344CB8AC3E}">
        <p14:creationId xmlns:p14="http://schemas.microsoft.com/office/powerpoint/2010/main" val="6317329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D9A8D3-91C5-4BF4-99FC-803B3AACFBA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31B44E8-6D8D-4660-AD43-B6D25EC223B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F869870-7547-45CF-8A5E-39CE9EE0FA06}"/>
              </a:ext>
            </a:extLst>
          </p:cNvPr>
          <p:cNvSpPr>
            <a:spLocks noGrp="1"/>
          </p:cNvSpPr>
          <p:nvPr>
            <p:ph type="dt" sz="half" idx="10"/>
          </p:nvPr>
        </p:nvSpPr>
        <p:spPr/>
        <p:txBody>
          <a:bodyPr/>
          <a:lstStyle/>
          <a:p>
            <a:fld id="{9816269C-4FDE-4A04-97CC-DA6384E4901B}" type="datetimeFigureOut">
              <a:rPr lang="es-ES" smtClean="0"/>
              <a:t>22/01/2024</a:t>
            </a:fld>
            <a:endParaRPr lang="es-ES"/>
          </a:p>
        </p:txBody>
      </p:sp>
      <p:sp>
        <p:nvSpPr>
          <p:cNvPr id="5" name="Marcador de pie de página 4">
            <a:extLst>
              <a:ext uri="{FF2B5EF4-FFF2-40B4-BE49-F238E27FC236}">
                <a16:creationId xmlns:a16="http://schemas.microsoft.com/office/drawing/2014/main" id="{9E1D891C-0577-4221-865A-30F03173A0F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7A814B1-8978-4E5C-972E-67FF4CE806FC}"/>
              </a:ext>
            </a:extLst>
          </p:cNvPr>
          <p:cNvSpPr>
            <a:spLocks noGrp="1"/>
          </p:cNvSpPr>
          <p:nvPr>
            <p:ph type="sldNum" sz="quarter" idx="12"/>
          </p:nvPr>
        </p:nvSpPr>
        <p:spPr/>
        <p:txBody>
          <a:bodyPr/>
          <a:lstStyle/>
          <a:p>
            <a:fld id="{FBF0D893-0027-4602-952C-7A19058D7E22}" type="slidenum">
              <a:rPr lang="es-ES" smtClean="0"/>
              <a:t>‹Nº›</a:t>
            </a:fld>
            <a:endParaRPr lang="es-ES"/>
          </a:p>
        </p:txBody>
      </p:sp>
    </p:spTree>
    <p:extLst>
      <p:ext uri="{BB962C8B-B14F-4D97-AF65-F5344CB8AC3E}">
        <p14:creationId xmlns:p14="http://schemas.microsoft.com/office/powerpoint/2010/main" val="384335212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14" name="Content Placeholder 3"/>
          <p:cNvSpPr>
            <a:spLocks noGrp="1"/>
          </p:cNvSpPr>
          <p:nvPr>
            <p:ph sz="half" idx="2"/>
          </p:nvPr>
        </p:nvSpPr>
        <p:spPr>
          <a:xfrm>
            <a:off x="634690" y="1984399"/>
            <a:ext cx="10719111" cy="3886563"/>
          </a:xfrm>
        </p:spPr>
        <p:txBody>
          <a:bodyPr>
            <a:normAutofit/>
          </a:bodyPr>
          <a:lstStyle>
            <a:lvl1pPr marL="0" indent="0">
              <a:buFontTx/>
              <a:buNone/>
              <a:defRPr sz="1200">
                <a:solidFill>
                  <a:srgbClr val="40404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16" name="Title 1"/>
          <p:cNvSpPr>
            <a:spLocks noGrp="1"/>
          </p:cNvSpPr>
          <p:nvPr>
            <p:ph type="title"/>
          </p:nvPr>
        </p:nvSpPr>
        <p:spPr>
          <a:xfrm>
            <a:off x="956210" y="498474"/>
            <a:ext cx="5025065" cy="1036638"/>
          </a:xfrm>
        </p:spPr>
        <p:txBody>
          <a:bodyPr>
            <a:normAutofit/>
          </a:bodyPr>
          <a:lstStyle>
            <a:lvl1pPr algn="ctr">
              <a:defRPr sz="2000">
                <a:solidFill>
                  <a:schemeClr val="bg1"/>
                </a:solidFill>
              </a:defRPr>
            </a:lvl1pPr>
          </a:lstStyle>
          <a:p>
            <a:r>
              <a:rPr lang="es-ES"/>
              <a:t>Haga clic para modificar el estilo de título del patrón</a:t>
            </a:r>
            <a:endParaRPr lang="en-US" dirty="0"/>
          </a:p>
        </p:txBody>
      </p:sp>
      <p:sp>
        <p:nvSpPr>
          <p:cNvPr id="8" name="Date Placeholder 2">
            <a:extLst>
              <a:ext uri="{FF2B5EF4-FFF2-40B4-BE49-F238E27FC236}">
                <a16:creationId xmlns:a16="http://schemas.microsoft.com/office/drawing/2014/main" id="{B21701C4-EB5A-47CC-AB8F-188AD91E4C73}"/>
              </a:ext>
            </a:extLst>
          </p:cNvPr>
          <p:cNvSpPr>
            <a:spLocks noGrp="1"/>
          </p:cNvSpPr>
          <p:nvPr>
            <p:ph type="dt" sz="half" idx="10"/>
          </p:nvPr>
        </p:nvSpPr>
        <p:spPr/>
        <p:txBody>
          <a:bodyPr/>
          <a:lstStyle>
            <a:lvl1pPr>
              <a:defRPr/>
            </a:lvl1pPr>
          </a:lstStyle>
          <a:p>
            <a:pPr>
              <a:defRPr/>
            </a:pPr>
            <a:fld id="{A5CC6678-5A64-41DE-9F6D-A55704514E45}" type="datetimeFigureOut">
              <a:rPr lang="es-ES"/>
              <a:pPr>
                <a:defRPr/>
              </a:pPr>
              <a:t>22/01/2024</a:t>
            </a:fld>
            <a:endParaRPr lang="es-ES"/>
          </a:p>
        </p:txBody>
      </p:sp>
      <p:sp>
        <p:nvSpPr>
          <p:cNvPr id="9" name="Footer Placeholder 3">
            <a:extLst>
              <a:ext uri="{FF2B5EF4-FFF2-40B4-BE49-F238E27FC236}">
                <a16:creationId xmlns:a16="http://schemas.microsoft.com/office/drawing/2014/main" id="{B21F56EC-CCA5-4152-A257-5E14CF2D69D1}"/>
              </a:ext>
            </a:extLst>
          </p:cNvPr>
          <p:cNvSpPr>
            <a:spLocks noGrp="1"/>
          </p:cNvSpPr>
          <p:nvPr>
            <p:ph type="ftr" sz="quarter" idx="11"/>
          </p:nvPr>
        </p:nvSpPr>
        <p:spPr/>
        <p:txBody>
          <a:bodyPr/>
          <a:lstStyle>
            <a:lvl1pPr>
              <a:defRPr/>
            </a:lvl1pPr>
          </a:lstStyle>
          <a:p>
            <a:pPr>
              <a:defRPr/>
            </a:pPr>
            <a:endParaRPr lang="es-ES"/>
          </a:p>
        </p:txBody>
      </p:sp>
      <p:sp>
        <p:nvSpPr>
          <p:cNvPr id="10" name="Slide Number Placeholder 4">
            <a:extLst>
              <a:ext uri="{FF2B5EF4-FFF2-40B4-BE49-F238E27FC236}">
                <a16:creationId xmlns:a16="http://schemas.microsoft.com/office/drawing/2014/main" id="{6BFABD54-9DAF-415C-9A11-313FB97F6EA1}"/>
              </a:ext>
            </a:extLst>
          </p:cNvPr>
          <p:cNvSpPr>
            <a:spLocks noGrp="1"/>
          </p:cNvSpPr>
          <p:nvPr>
            <p:ph type="sldNum" sz="quarter" idx="12"/>
          </p:nvPr>
        </p:nvSpPr>
        <p:spPr/>
        <p:txBody>
          <a:bodyPr/>
          <a:lstStyle>
            <a:lvl1pPr>
              <a:defRPr/>
            </a:lvl1pPr>
          </a:lstStyle>
          <a:p>
            <a:pPr>
              <a:defRPr/>
            </a:pPr>
            <a:fld id="{D2D61732-BC94-43EB-9D47-063901E90EC6}" type="slidenum">
              <a:rPr lang="es-ES"/>
              <a:pPr>
                <a:defRPr/>
              </a:pPr>
              <a:t>‹Nº›</a:t>
            </a:fld>
            <a:endParaRPr lang="es-ES"/>
          </a:p>
        </p:txBody>
      </p:sp>
    </p:spTree>
    <p:extLst>
      <p:ext uri="{BB962C8B-B14F-4D97-AF65-F5344CB8AC3E}">
        <p14:creationId xmlns:p14="http://schemas.microsoft.com/office/powerpoint/2010/main" val="3409840058"/>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52.xml"/><Relationship Id="rId7" Type="http://schemas.openxmlformats.org/officeDocument/2006/relationships/slideLayout" Target="../slideLayouts/slideLayout56.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5" Type="http://schemas.openxmlformats.org/officeDocument/2006/relationships/slideLayout" Target="../slideLayouts/slideLayout54.xml"/><Relationship Id="rId4" Type="http://schemas.openxmlformats.org/officeDocument/2006/relationships/slideLayout" Target="../slideLayouts/slideLayout5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66.xml"/><Relationship Id="rId7" Type="http://schemas.openxmlformats.org/officeDocument/2006/relationships/slideLayout" Target="../slideLayouts/slideLayout70.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5" Type="http://schemas.openxmlformats.org/officeDocument/2006/relationships/slideLayout" Target="../slideLayouts/slideLayout68.xml"/><Relationship Id="rId4"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73.xml"/><Relationship Id="rId7" Type="http://schemas.openxmlformats.org/officeDocument/2006/relationships/slideLayout" Target="../slideLayouts/slideLayout77.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5" Type="http://schemas.openxmlformats.org/officeDocument/2006/relationships/slideLayout" Target="../slideLayouts/slideLayout75.xml"/><Relationship Id="rId4"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7851271-E0C7-4A7B-9E57-E563D2A6D673}"/>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ES"/>
              <a:t>Haga clic para modificar el estilo de título del patrón</a:t>
            </a:r>
            <a:endParaRPr lang="en-US" altLang="es-ES"/>
          </a:p>
        </p:txBody>
      </p:sp>
      <p:sp>
        <p:nvSpPr>
          <p:cNvPr id="1027" name="Text Placeholder 2">
            <a:extLst>
              <a:ext uri="{FF2B5EF4-FFF2-40B4-BE49-F238E27FC236}">
                <a16:creationId xmlns:a16="http://schemas.microsoft.com/office/drawing/2014/main" id="{9568EDE0-F513-4E2D-A5EC-518D5FFF2E43}"/>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ES"/>
              <a:t>Haga clic para modificar los estilos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4" name="Date Placeholder 3">
            <a:extLst>
              <a:ext uri="{FF2B5EF4-FFF2-40B4-BE49-F238E27FC236}">
                <a16:creationId xmlns:a16="http://schemas.microsoft.com/office/drawing/2014/main" id="{D5FA1085-6137-4B70-A859-E771593BC2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FCCB9A8B-E8AD-4A4D-BD7E-04E6AD6C5C42}" type="datetimeFigureOut">
              <a:rPr lang="es-ES"/>
              <a:pPr>
                <a:defRPr/>
              </a:pPr>
              <a:t>22/01/2024</a:t>
            </a:fld>
            <a:endParaRPr lang="es-ES"/>
          </a:p>
        </p:txBody>
      </p:sp>
      <p:sp>
        <p:nvSpPr>
          <p:cNvPr id="5" name="Footer Placeholder 4">
            <a:extLst>
              <a:ext uri="{FF2B5EF4-FFF2-40B4-BE49-F238E27FC236}">
                <a16:creationId xmlns:a16="http://schemas.microsoft.com/office/drawing/2014/main" id="{47227EF5-59E4-474D-90DA-3BED4B2995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s-ES"/>
          </a:p>
        </p:txBody>
      </p:sp>
      <p:sp>
        <p:nvSpPr>
          <p:cNvPr id="6" name="Slide Number Placeholder 5">
            <a:extLst>
              <a:ext uri="{FF2B5EF4-FFF2-40B4-BE49-F238E27FC236}">
                <a16:creationId xmlns:a16="http://schemas.microsoft.com/office/drawing/2014/main" id="{F3650588-9793-4CE5-B581-EA5B1BF78A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DB26A9F7-563C-4CE4-A77C-B9036AABFD6C}" type="slidenum">
              <a:rPr lang="es-ES"/>
              <a:pPr>
                <a:defRPr/>
              </a:pPr>
              <a:t>‹Nº›</a:t>
            </a:fld>
            <a:endParaRPr lang="es-ES"/>
          </a:p>
        </p:txBody>
      </p:sp>
    </p:spTree>
  </p:cSld>
  <p:clrMap bg1="lt1" tx1="dk1" bg2="lt2" tx2="dk2" accent1="accent1" accent2="accent2" accent3="accent3" accent4="accent4" accent5="accent5" accent6="accent6" hlink="hlink" folHlink="folHlink"/>
  <p:sldLayoutIdLst>
    <p:sldLayoutId id="2147483914" r:id="rId1"/>
    <p:sldLayoutId id="2147483915" r:id="rId2"/>
    <p:sldLayoutId id="2147483916" r:id="rId3"/>
    <p:sldLayoutId id="2147483930"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 id="2147483926" r:id="rId14"/>
    <p:sldLayoutId id="2147484011" r:id="rId15"/>
    <p:sldLayoutId id="2147483927" r:id="rId16"/>
    <p:sldLayoutId id="2147483928" r:id="rId17"/>
    <p:sldLayoutId id="2147484009" r:id="rId18"/>
    <p:sldLayoutId id="2147483929" r:id="rId19"/>
    <p:sldLayoutId id="2147484010" r:id="rId20"/>
    <p:sldLayoutId id="2147483910" r:id="rId21"/>
    <p:sldLayoutId id="2147484127" r:id="rId22"/>
  </p:sldLayoutIdLst>
  <p:txStyles>
    <p:titleStyle>
      <a:lvl1pPr algn="l" rtl="0" eaLnBrk="1" fontAlgn="base" hangingPunct="1">
        <a:lnSpc>
          <a:spcPct val="90000"/>
        </a:lnSpc>
        <a:spcBef>
          <a:spcPct val="0"/>
        </a:spcBef>
        <a:spcAft>
          <a:spcPct val="0"/>
        </a:spcAft>
        <a:defRPr sz="2400" b="1"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2pPr>
      <a:lvl3pPr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3pPr>
      <a:lvl4pPr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4pPr>
      <a:lvl5pPr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5pPr>
      <a:lvl6pPr marL="457200"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6pPr>
      <a:lvl7pPr marL="914400"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7pPr>
      <a:lvl8pPr marL="1371600"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8pPr>
      <a:lvl9pPr marL="1828800"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ES"/>
              <a:t>Haga clic para modificar el estilo de título del patrón</a:t>
            </a:r>
          </a:p>
        </p:txBody>
      </p:sp>
      <p:sp>
        <p:nvSpPr>
          <p:cNvPr id="1027" name="2 Marcador de texto"/>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ES"/>
              <a:t>Haga clic para modificar el estilo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p>
        </p:txBody>
      </p:sp>
      <p:sp>
        <p:nvSpPr>
          <p:cNvPr id="4" name="3 Marcador de fecha">
            <a:extLst>
              <a:ext uri="{FF2B5EF4-FFF2-40B4-BE49-F238E27FC236}">
                <a16:creationId xmlns:a16="http://schemas.microsoft.com/office/drawing/2014/main" id="{53D5BFCB-EC83-4167-B964-29E3F01A9F66}"/>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C3D7407D-AF59-4F7D-930D-9DE9DA74E9BE}" type="datetimeFigureOut">
              <a:rPr lang="es-ES"/>
              <a:pPr>
                <a:defRPr/>
              </a:pPr>
              <a:t>22/01/2024</a:t>
            </a:fld>
            <a:endParaRPr lang="es-ES"/>
          </a:p>
        </p:txBody>
      </p:sp>
      <p:sp>
        <p:nvSpPr>
          <p:cNvPr id="5" name="4 Marcador de pie de página">
            <a:extLst>
              <a:ext uri="{FF2B5EF4-FFF2-40B4-BE49-F238E27FC236}">
                <a16:creationId xmlns:a16="http://schemas.microsoft.com/office/drawing/2014/main" id="{2D3096EB-567C-4DC7-8D00-54FDD97E2C47}"/>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s-ES"/>
          </a:p>
        </p:txBody>
      </p:sp>
      <p:sp>
        <p:nvSpPr>
          <p:cNvPr id="6" name="5 Marcador de número de diapositiva">
            <a:extLst>
              <a:ext uri="{FF2B5EF4-FFF2-40B4-BE49-F238E27FC236}">
                <a16:creationId xmlns:a16="http://schemas.microsoft.com/office/drawing/2014/main" id="{2A18BDB2-1A36-4CCC-94EB-094D626205AA}"/>
              </a:ext>
            </a:extLst>
          </p:cNvPr>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cs typeface="+mn-cs"/>
              </a:defRPr>
            </a:lvl1pPr>
          </a:lstStyle>
          <a:p>
            <a:pPr>
              <a:defRPr/>
            </a:pPr>
            <a:fld id="{E5EDF025-3CE2-4157-8E3B-BC653C73526B}" type="slidenum">
              <a:rPr lang="es-ES"/>
              <a:pPr>
                <a:defRPr/>
              </a:pPr>
              <a:t>‹Nº›</a:t>
            </a:fld>
            <a:endParaRPr lang="es-ES"/>
          </a:p>
        </p:txBody>
      </p:sp>
    </p:spTree>
    <p:extLst>
      <p:ext uri="{BB962C8B-B14F-4D97-AF65-F5344CB8AC3E}">
        <p14:creationId xmlns:p14="http://schemas.microsoft.com/office/powerpoint/2010/main" val="3946150135"/>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28" r:id="rId16"/>
    <p:sldLayoutId id="2147484029" r:id="rId17"/>
    <p:sldLayoutId id="2147484030" r:id="rId18"/>
    <p:sldLayoutId id="2147484031" r:id="rId19"/>
    <p:sldLayoutId id="2147484032" r:id="rId20"/>
    <p:sldLayoutId id="2147484033" r:id="rId21"/>
    <p:sldLayoutId id="2147484034" r:id="rId22"/>
    <p:sldLayoutId id="2147484035" r:id="rId23"/>
    <p:sldLayoutId id="2147484036" r:id="rId24"/>
    <p:sldLayoutId id="2147484037" r:id="rId25"/>
    <p:sldLayoutId id="2147484038" r:id="rId26"/>
    <p:sldLayoutId id="2147484040" r:id="rId27"/>
  </p:sldLayoutIdLst>
  <p:txStyles>
    <p:titleStyle>
      <a:lvl1pPr algn="ctr" rtl="0" eaLnBrk="1" fontAlgn="base" hangingPunct="1">
        <a:spcBef>
          <a:spcPct val="0"/>
        </a:spcBef>
        <a:spcAft>
          <a:spcPct val="0"/>
        </a:spcAft>
        <a:defRPr sz="2700" kern="1200">
          <a:solidFill>
            <a:srgbClr val="595959"/>
          </a:solidFill>
          <a:latin typeface="Verdana"/>
          <a:ea typeface="Verdana" panose="020B0604030504040204" pitchFamily="34" charset="0"/>
          <a:cs typeface="Verdana"/>
        </a:defRPr>
      </a:lvl1pPr>
      <a:lvl2pPr algn="ctr" rtl="0" eaLnBrk="1" fontAlgn="base" hangingPunct="1">
        <a:spcBef>
          <a:spcPct val="0"/>
        </a:spcBef>
        <a:spcAft>
          <a:spcPct val="0"/>
        </a:spcAft>
        <a:defRPr sz="2700">
          <a:solidFill>
            <a:srgbClr val="595959"/>
          </a:solidFill>
          <a:latin typeface="Verdana" panose="020B0604030504040204" pitchFamily="34" charset="0"/>
          <a:ea typeface="Verdana" panose="020B0604030504040204" pitchFamily="34" charset="0"/>
          <a:cs typeface="Verdana" panose="020B0604030504040204" pitchFamily="34" charset="0"/>
        </a:defRPr>
      </a:lvl2pPr>
      <a:lvl3pPr algn="ctr" rtl="0" eaLnBrk="1" fontAlgn="base" hangingPunct="1">
        <a:spcBef>
          <a:spcPct val="0"/>
        </a:spcBef>
        <a:spcAft>
          <a:spcPct val="0"/>
        </a:spcAft>
        <a:defRPr sz="2700">
          <a:solidFill>
            <a:srgbClr val="595959"/>
          </a:solidFill>
          <a:latin typeface="Verdana" panose="020B0604030504040204" pitchFamily="34" charset="0"/>
          <a:ea typeface="Verdana" panose="020B0604030504040204" pitchFamily="34" charset="0"/>
          <a:cs typeface="Verdana" panose="020B0604030504040204" pitchFamily="34" charset="0"/>
        </a:defRPr>
      </a:lvl3pPr>
      <a:lvl4pPr algn="ctr" rtl="0" eaLnBrk="1" fontAlgn="base" hangingPunct="1">
        <a:spcBef>
          <a:spcPct val="0"/>
        </a:spcBef>
        <a:spcAft>
          <a:spcPct val="0"/>
        </a:spcAft>
        <a:defRPr sz="2700">
          <a:solidFill>
            <a:srgbClr val="595959"/>
          </a:solidFill>
          <a:latin typeface="Verdana" panose="020B0604030504040204" pitchFamily="34" charset="0"/>
          <a:ea typeface="Verdana" panose="020B0604030504040204" pitchFamily="34" charset="0"/>
          <a:cs typeface="Verdana" panose="020B0604030504040204" pitchFamily="34" charset="0"/>
        </a:defRPr>
      </a:lvl4pPr>
      <a:lvl5pPr algn="ctr" rtl="0" eaLnBrk="1" fontAlgn="base" hangingPunct="1">
        <a:spcBef>
          <a:spcPct val="0"/>
        </a:spcBef>
        <a:spcAft>
          <a:spcPct val="0"/>
        </a:spcAft>
        <a:defRPr sz="2700">
          <a:solidFill>
            <a:srgbClr val="595959"/>
          </a:solidFill>
          <a:latin typeface="Verdana" panose="020B0604030504040204" pitchFamily="34" charset="0"/>
          <a:ea typeface="Verdana" panose="020B0604030504040204" pitchFamily="34" charset="0"/>
          <a:cs typeface="Verdana" panose="020B0604030504040204"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kern="1200">
          <a:solidFill>
            <a:srgbClr val="595959"/>
          </a:solidFill>
          <a:latin typeface="Verdana"/>
          <a:ea typeface="Verdana" panose="020B0604030504040204" pitchFamily="34" charset="0"/>
          <a:cs typeface="Verdana"/>
        </a:defRPr>
      </a:lvl1pPr>
      <a:lvl2pPr marL="742950" indent="-285750" algn="l" rtl="0" eaLnBrk="1" fontAlgn="base" hangingPunct="1">
        <a:spcBef>
          <a:spcPct val="20000"/>
        </a:spcBef>
        <a:spcAft>
          <a:spcPct val="0"/>
        </a:spcAft>
        <a:buFont typeface="Arial" panose="020B0604020202020204" pitchFamily="34" charset="0"/>
        <a:buChar char="–"/>
        <a:defRPr kern="1200">
          <a:solidFill>
            <a:srgbClr val="595959"/>
          </a:solidFill>
          <a:latin typeface="Verdana"/>
          <a:ea typeface="Verdana" panose="020B0604030504040204" pitchFamily="34" charset="0"/>
          <a:cs typeface="Verdana"/>
        </a:defRPr>
      </a:lvl2pPr>
      <a:lvl3pPr marL="1143000" indent="-228600" algn="l" rtl="0" eaLnBrk="1" fontAlgn="base" hangingPunct="1">
        <a:spcBef>
          <a:spcPct val="20000"/>
        </a:spcBef>
        <a:spcAft>
          <a:spcPct val="0"/>
        </a:spcAft>
        <a:buFont typeface="Arial" panose="020B0604020202020204" pitchFamily="34" charset="0"/>
        <a:buChar char="•"/>
        <a:defRPr kern="1200">
          <a:solidFill>
            <a:srgbClr val="595959"/>
          </a:solidFill>
          <a:latin typeface="Verdana"/>
          <a:ea typeface="Verdana" panose="020B0604030504040204" pitchFamily="34" charset="0"/>
          <a:cs typeface="Verdana"/>
        </a:defRPr>
      </a:lvl3pPr>
      <a:lvl4pPr marL="1600200" indent="-228600" algn="l" rtl="0" eaLnBrk="1" fontAlgn="base" hangingPunct="1">
        <a:spcBef>
          <a:spcPct val="20000"/>
        </a:spcBef>
        <a:spcAft>
          <a:spcPct val="0"/>
        </a:spcAft>
        <a:buFont typeface="Arial" panose="020B0604020202020204" pitchFamily="34" charset="0"/>
        <a:buChar char="–"/>
        <a:defRPr kern="1200">
          <a:solidFill>
            <a:srgbClr val="595959"/>
          </a:solidFill>
          <a:latin typeface="Verdana"/>
          <a:ea typeface="Verdana" panose="020B0604030504040204" pitchFamily="34" charset="0"/>
          <a:cs typeface="Verdana"/>
        </a:defRPr>
      </a:lvl4pPr>
      <a:lvl5pPr marL="2057400" indent="-228600" algn="l" rtl="0" eaLnBrk="1" fontAlgn="base" hangingPunct="1">
        <a:spcBef>
          <a:spcPct val="20000"/>
        </a:spcBef>
        <a:spcAft>
          <a:spcPct val="0"/>
        </a:spcAft>
        <a:buFont typeface="Arial" panose="020B0604020202020204" pitchFamily="34" charset="0"/>
        <a:buChar char="»"/>
        <a:defRPr kern="1200">
          <a:solidFill>
            <a:srgbClr val="595959"/>
          </a:solidFill>
          <a:latin typeface="Verdana"/>
          <a:ea typeface="Verdana" panose="020B0604030504040204" pitchFamily="34" charset="0"/>
          <a:cs typeface="Verdana"/>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24340" y="413000"/>
            <a:ext cx="8149668" cy="574040"/>
          </a:xfrm>
          <a:prstGeom prst="rect">
            <a:avLst/>
          </a:prstGeom>
        </p:spPr>
        <p:txBody>
          <a:bodyPr wrap="square" lIns="0" tIns="0" rIns="0" bIns="0">
            <a:spAutoFit/>
          </a:bodyPr>
          <a:lstStyle>
            <a:lvl1pPr>
              <a:defRPr sz="3600" b="1" i="0">
                <a:solidFill>
                  <a:schemeClr val="bg1"/>
                </a:solidFill>
                <a:latin typeface="Calibri"/>
                <a:cs typeface="Calibri"/>
              </a:defRPr>
            </a:lvl1pPr>
          </a:lstStyle>
          <a:p>
            <a:endParaRPr/>
          </a:p>
        </p:txBody>
      </p:sp>
      <p:sp>
        <p:nvSpPr>
          <p:cNvPr id="3" name="Holder 3"/>
          <p:cNvSpPr>
            <a:spLocks noGrp="1"/>
          </p:cNvSpPr>
          <p:nvPr>
            <p:ph type="body" idx="1"/>
          </p:nvPr>
        </p:nvSpPr>
        <p:spPr>
          <a:xfrm>
            <a:off x="2745003" y="1745960"/>
            <a:ext cx="6705600" cy="305054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1/22/2024</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437858468"/>
      </p:ext>
    </p:extLst>
  </p:cSld>
  <p:clrMap bg1="lt1" tx1="dk1" bg2="lt2" tx2="dk2" accent1="accent1" accent2="accent2" accent3="accent3" accent4="accent4" accent5="accent5" accent6="accent6" hlink="hlink" folHlink="folHlink"/>
  <p:sldLayoutIdLst>
    <p:sldLayoutId id="2147484075" r:id="rId1"/>
    <p:sldLayoutId id="2147484076" r:id="rId2"/>
    <p:sldLayoutId id="2147484077" r:id="rId3"/>
    <p:sldLayoutId id="2147484078" r:id="rId4"/>
    <p:sldLayoutId id="2147484079" r:id="rId5"/>
    <p:sldLayoutId id="2147484080" r:id="rId6"/>
    <p:sldLayoutId id="2147484128"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24340" y="413000"/>
            <a:ext cx="8149668" cy="574040"/>
          </a:xfrm>
          <a:prstGeom prst="rect">
            <a:avLst/>
          </a:prstGeom>
        </p:spPr>
        <p:txBody>
          <a:bodyPr wrap="square" lIns="0" tIns="0" rIns="0" bIns="0">
            <a:spAutoFit/>
          </a:bodyPr>
          <a:lstStyle>
            <a:lvl1pPr>
              <a:defRPr sz="3600" b="1" i="0">
                <a:solidFill>
                  <a:schemeClr val="bg1"/>
                </a:solidFill>
                <a:latin typeface="Calibri"/>
                <a:cs typeface="Calibri"/>
              </a:defRPr>
            </a:lvl1pPr>
          </a:lstStyle>
          <a:p>
            <a:endParaRPr/>
          </a:p>
        </p:txBody>
      </p:sp>
      <p:sp>
        <p:nvSpPr>
          <p:cNvPr id="3" name="Holder 3"/>
          <p:cNvSpPr>
            <a:spLocks noGrp="1"/>
          </p:cNvSpPr>
          <p:nvPr>
            <p:ph type="body" idx="1"/>
          </p:nvPr>
        </p:nvSpPr>
        <p:spPr>
          <a:xfrm>
            <a:off x="2745003" y="1745960"/>
            <a:ext cx="6705600" cy="305054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1/22/2024</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606542878"/>
      </p:ext>
    </p:extLst>
  </p:cSld>
  <p:clrMap bg1="lt1" tx1="dk1" bg2="lt2" tx2="dk2" accent1="accent1" accent2="accent2" accent3="accent3" accent4="accent4" accent5="accent5" accent6="accent6" hlink="hlink" folHlink="folHlink"/>
  <p:sldLayoutIdLst>
    <p:sldLayoutId id="2147484120" r:id="rId1"/>
    <p:sldLayoutId id="2147484121" r:id="rId2"/>
    <p:sldLayoutId id="2147484122" r:id="rId3"/>
    <p:sldLayoutId id="2147484123" r:id="rId4"/>
    <p:sldLayoutId id="2147484124" r:id="rId5"/>
    <p:sldLayoutId id="2147484125" r:id="rId6"/>
    <p:sldLayoutId id="2147484126"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24340" y="413000"/>
            <a:ext cx="8149668" cy="574040"/>
          </a:xfrm>
          <a:prstGeom prst="rect">
            <a:avLst/>
          </a:prstGeom>
        </p:spPr>
        <p:txBody>
          <a:bodyPr wrap="square" lIns="0" tIns="0" rIns="0" bIns="0">
            <a:spAutoFit/>
          </a:bodyPr>
          <a:lstStyle>
            <a:lvl1pPr>
              <a:defRPr sz="3600" b="1" i="0">
                <a:solidFill>
                  <a:schemeClr val="bg1"/>
                </a:solidFill>
                <a:latin typeface="Calibri"/>
                <a:cs typeface="Calibri"/>
              </a:defRPr>
            </a:lvl1pPr>
          </a:lstStyle>
          <a:p>
            <a:endParaRPr/>
          </a:p>
        </p:txBody>
      </p:sp>
      <p:sp>
        <p:nvSpPr>
          <p:cNvPr id="3" name="Holder 3"/>
          <p:cNvSpPr>
            <a:spLocks noGrp="1"/>
          </p:cNvSpPr>
          <p:nvPr>
            <p:ph type="body" idx="1"/>
          </p:nvPr>
        </p:nvSpPr>
        <p:spPr>
          <a:xfrm>
            <a:off x="2745003" y="1745960"/>
            <a:ext cx="6705600" cy="305054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1/22/2024</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21766851"/>
      </p:ext>
    </p:extLst>
  </p:cSld>
  <p:clrMap bg1="lt1" tx1="dk1" bg2="lt2" tx2="dk2" accent1="accent1" accent2="accent2" accent3="accent3" accent4="accent4" accent5="accent5" accent6="accent6" hlink="hlink" folHlink="folHlink"/>
  <p:sldLayoutIdLst>
    <p:sldLayoutId id="2147484112" r:id="rId1"/>
    <p:sldLayoutId id="2147484113" r:id="rId2"/>
    <p:sldLayoutId id="2147484114" r:id="rId3"/>
    <p:sldLayoutId id="2147484115" r:id="rId4"/>
    <p:sldLayoutId id="2147484116" r:id="rId5"/>
    <p:sldLayoutId id="2147484117" r:id="rId6"/>
    <p:sldLayoutId id="2147484118"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24340" y="413000"/>
            <a:ext cx="8149668" cy="574040"/>
          </a:xfrm>
          <a:prstGeom prst="rect">
            <a:avLst/>
          </a:prstGeom>
        </p:spPr>
        <p:txBody>
          <a:bodyPr wrap="square" lIns="0" tIns="0" rIns="0" bIns="0">
            <a:spAutoFit/>
          </a:bodyPr>
          <a:lstStyle>
            <a:lvl1pPr>
              <a:defRPr sz="3600" b="1" i="0">
                <a:solidFill>
                  <a:schemeClr val="bg1"/>
                </a:solidFill>
                <a:latin typeface="Calibri"/>
                <a:cs typeface="Calibri"/>
              </a:defRPr>
            </a:lvl1pPr>
          </a:lstStyle>
          <a:p>
            <a:endParaRPr/>
          </a:p>
        </p:txBody>
      </p:sp>
      <p:sp>
        <p:nvSpPr>
          <p:cNvPr id="3" name="Holder 3"/>
          <p:cNvSpPr>
            <a:spLocks noGrp="1"/>
          </p:cNvSpPr>
          <p:nvPr>
            <p:ph type="body" idx="1"/>
          </p:nvPr>
        </p:nvSpPr>
        <p:spPr>
          <a:xfrm>
            <a:off x="2745003" y="1745960"/>
            <a:ext cx="6705600" cy="305054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1/22/2024</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669696700"/>
      </p:ext>
    </p:extLst>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8.png"/><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4.png"/><Relationship Id="rId1" Type="http://schemas.openxmlformats.org/officeDocument/2006/relationships/slideLayout" Target="../slideLayouts/slideLayout5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4.png"/><Relationship Id="rId1" Type="http://schemas.openxmlformats.org/officeDocument/2006/relationships/slideLayout" Target="../slideLayouts/slideLayout5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1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5.jpg"/><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6.jpeg"/><Relationship Id="rId1" Type="http://schemas.openxmlformats.org/officeDocument/2006/relationships/slideLayout" Target="../slideLayouts/slideLayout54.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32.xml.rels><?xml version="1.0" encoding="UTF-8" standalone="yes"?>
<Relationships xmlns="http://schemas.openxmlformats.org/package/2006/relationships"><Relationship Id="rId3" Type="http://schemas.openxmlformats.org/officeDocument/2006/relationships/hyperlink" Target="https://apps.odoo.com/apps/modules/17.0/printnode_base/" TargetMode="External"/><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33.xml.rels><?xml version="1.0" encoding="UTF-8" standalone="yes"?>
<Relationships xmlns="http://schemas.openxmlformats.org/package/2006/relationships"><Relationship Id="rId3" Type="http://schemas.openxmlformats.org/officeDocument/2006/relationships/hyperlink" Target="https://apps.odoo.com/apps/modules/17.0/printnode_base/" TargetMode="External"/><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3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3.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5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2.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Layout" Target="../slideLayouts/slideLayout49.xml"/><Relationship Id="rId4"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ubtítulo 2">
            <a:extLst>
              <a:ext uri="{FF2B5EF4-FFF2-40B4-BE49-F238E27FC236}">
                <a16:creationId xmlns:a16="http://schemas.microsoft.com/office/drawing/2014/main" id="{0B658762-39F2-4694-8C43-25A83731120C}"/>
              </a:ext>
            </a:extLst>
          </p:cNvPr>
          <p:cNvSpPr>
            <a:spLocks noGrp="1" noChangeArrowheads="1"/>
          </p:cNvSpPr>
          <p:nvPr>
            <p:ph type="subTitle" idx="1"/>
          </p:nvPr>
        </p:nvSpPr>
        <p:spPr>
          <a:xfrm>
            <a:off x="114300" y="3912958"/>
            <a:ext cx="4600575" cy="960438"/>
          </a:xfrm>
        </p:spPr>
        <p:txBody>
          <a:bodyPr anchor="ctr" anchorCtr="0">
            <a:noAutofit/>
          </a:bodyPr>
          <a:lstStyle/>
          <a:p>
            <a:pPr algn="r"/>
            <a:r>
              <a:rPr lang="ca-ES" altLang="es-ES" sz="2400" dirty="0"/>
              <a:t>Pla de projecte</a:t>
            </a:r>
          </a:p>
          <a:p>
            <a:pPr algn="r"/>
            <a:r>
              <a:rPr lang="ca-ES" altLang="es-ES" sz="2400" dirty="0"/>
              <a:t>Juliol de 2023</a:t>
            </a:r>
          </a:p>
          <a:p>
            <a:pPr algn="r"/>
            <a:r>
              <a:rPr lang="ca-ES" altLang="es-ES" sz="2400" dirty="0"/>
              <a:t>Rev. Desembre de 2023</a:t>
            </a:r>
          </a:p>
        </p:txBody>
      </p:sp>
      <p:sp>
        <p:nvSpPr>
          <p:cNvPr id="7" name="Título 8">
            <a:extLst>
              <a:ext uri="{FF2B5EF4-FFF2-40B4-BE49-F238E27FC236}">
                <a16:creationId xmlns:a16="http://schemas.microsoft.com/office/drawing/2014/main" id="{A3B47DBE-C961-4742-8B8B-D791005C778C}"/>
              </a:ext>
            </a:extLst>
          </p:cNvPr>
          <p:cNvSpPr txBox="1">
            <a:spLocks/>
          </p:cNvSpPr>
          <p:nvPr/>
        </p:nvSpPr>
        <p:spPr bwMode="auto">
          <a:xfrm>
            <a:off x="2849843" y="222707"/>
            <a:ext cx="6182839" cy="1140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lnSpc>
                <a:spcPct val="90000"/>
              </a:lnSpc>
              <a:spcBef>
                <a:spcPct val="0"/>
              </a:spcBef>
              <a:spcAft>
                <a:spcPct val="0"/>
              </a:spcAft>
              <a:defRPr sz="2400" b="1"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2pPr>
            <a:lvl3pPr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3pPr>
            <a:lvl4pPr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4pPr>
            <a:lvl5pPr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5pPr>
            <a:lvl6pPr marL="457200"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6pPr>
            <a:lvl7pPr marL="914400"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7pPr>
            <a:lvl8pPr marL="1371600"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8pPr>
            <a:lvl9pPr marL="1828800" algn="l" rtl="0" eaLnBrk="1" fontAlgn="base" hangingPunct="1">
              <a:lnSpc>
                <a:spcPct val="90000"/>
              </a:lnSpc>
              <a:spcBef>
                <a:spcPct val="0"/>
              </a:spcBef>
              <a:spcAft>
                <a:spcPct val="0"/>
              </a:spcAft>
              <a:defRPr sz="2400" b="1">
                <a:solidFill>
                  <a:schemeClr val="tx1"/>
                </a:solidFill>
                <a:latin typeface="Open Sans" panose="020B0606030504020204" pitchFamily="34" charset="0"/>
                <a:cs typeface="Open Sans" panose="020B0606030504020204" pitchFamily="34" charset="0"/>
              </a:defRPr>
            </a:lvl9pPr>
          </a:lstStyle>
          <a:p>
            <a:pPr algn="r" defTabSz="914400">
              <a:lnSpc>
                <a:spcPct val="150000"/>
              </a:lnSpc>
            </a:pPr>
            <a:r>
              <a:rPr lang="ca-ES" sz="2600" dirty="0">
                <a:solidFill>
                  <a:srgbClr val="262729"/>
                </a:solidFill>
              </a:rPr>
              <a:t>Projecte de migració</a:t>
            </a:r>
          </a:p>
          <a:p>
            <a:pPr algn="r" defTabSz="914400">
              <a:lnSpc>
                <a:spcPct val="150000"/>
              </a:lnSpc>
            </a:pPr>
            <a:r>
              <a:rPr lang="ca-ES" sz="2600" dirty="0" err="1">
                <a:solidFill>
                  <a:srgbClr val="E2231A"/>
                </a:solidFill>
              </a:rPr>
              <a:t>XSinfo</a:t>
            </a:r>
            <a:r>
              <a:rPr lang="ca-ES" sz="2600" dirty="0">
                <a:solidFill>
                  <a:srgbClr val="E2231A"/>
                </a:solidFill>
              </a:rPr>
              <a:t> a </a:t>
            </a:r>
            <a:r>
              <a:rPr lang="ca-ES" sz="2600" dirty="0" err="1">
                <a:solidFill>
                  <a:srgbClr val="E2231A"/>
                </a:solidFill>
              </a:rPr>
              <a:t>Odoo</a:t>
            </a:r>
            <a:endParaRPr lang="ca-ES" dirty="0">
              <a:solidFill>
                <a:srgbClr val="E2231A"/>
              </a:solidFill>
            </a:endParaRPr>
          </a:p>
        </p:txBody>
      </p:sp>
      <p:sp>
        <p:nvSpPr>
          <p:cNvPr id="2" name="Rectángulo 1">
            <a:extLst>
              <a:ext uri="{FF2B5EF4-FFF2-40B4-BE49-F238E27FC236}">
                <a16:creationId xmlns:a16="http://schemas.microsoft.com/office/drawing/2014/main" id="{86EE2470-C9BC-7165-4A63-04D008A0837D}"/>
              </a:ext>
            </a:extLst>
          </p:cNvPr>
          <p:cNvSpPr/>
          <p:nvPr/>
        </p:nvSpPr>
        <p:spPr>
          <a:xfrm>
            <a:off x="9952388" y="150218"/>
            <a:ext cx="2002728" cy="1354217"/>
          </a:xfrm>
          <a:prstGeom prst="rect">
            <a:avLst/>
          </a:prstGeom>
          <a:noFill/>
        </p:spPr>
        <p:txBody>
          <a:bodyPr wrap="none" lIns="91440" tIns="45720" rIns="91440" bIns="45720">
            <a:spAutoFit/>
          </a:bodyPr>
          <a:lstStyle/>
          <a:p>
            <a:pPr algn="ctr"/>
            <a:r>
              <a:rPr lang="es-ES" sz="5400" b="1" cap="none" spc="0" dirty="0" err="1">
                <a:ln w="22225">
                  <a:solidFill>
                    <a:schemeClr val="accent2"/>
                  </a:solidFill>
                  <a:prstDash val="solid"/>
                </a:ln>
                <a:solidFill>
                  <a:srgbClr val="7030A0"/>
                </a:solidFill>
                <a:effectLst/>
              </a:rPr>
              <a:t>o</a:t>
            </a:r>
            <a:r>
              <a:rPr lang="es-ES" sz="5400" b="1" cap="none" spc="0" dirty="0" err="1">
                <a:ln w="22225">
                  <a:solidFill>
                    <a:schemeClr val="accent2"/>
                  </a:solidFill>
                  <a:prstDash val="solid"/>
                </a:ln>
                <a:solidFill>
                  <a:srgbClr val="C00000"/>
                </a:solidFill>
                <a:effectLst/>
              </a:rPr>
              <a:t>Sinfo</a:t>
            </a:r>
            <a:endParaRPr lang="es-ES" sz="5400" b="1" cap="none" spc="0" dirty="0">
              <a:ln w="22225">
                <a:solidFill>
                  <a:schemeClr val="accent2"/>
                </a:solidFill>
                <a:prstDash val="solid"/>
              </a:ln>
              <a:solidFill>
                <a:srgbClr val="C00000"/>
              </a:solidFill>
              <a:effectLst/>
            </a:endParaRPr>
          </a:p>
          <a:p>
            <a:pPr algn="ctr"/>
            <a:r>
              <a:rPr lang="es-ES" sz="2800" i="1" dirty="0" err="1">
                <a:ln w="22225">
                  <a:solidFill>
                    <a:srgbClr val="00B050"/>
                  </a:solidFill>
                  <a:prstDash val="solid"/>
                </a:ln>
                <a:solidFill>
                  <a:srgbClr val="00B050"/>
                </a:solidFill>
              </a:rPr>
              <a:t>ecosystem</a:t>
            </a:r>
            <a:endParaRPr lang="es-ES" sz="2800" i="1" cap="none" spc="0" dirty="0">
              <a:ln w="22225">
                <a:solidFill>
                  <a:srgbClr val="00B050"/>
                </a:solidFill>
                <a:prstDash val="solid"/>
              </a:ln>
              <a:solidFill>
                <a:srgbClr val="00B050"/>
              </a:solidFill>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179193" y="0"/>
            <a:ext cx="4012920" cy="4950167"/>
          </a:xfrm>
          <a:prstGeom prst="rect">
            <a:avLst/>
          </a:prstGeom>
        </p:spPr>
      </p:pic>
      <p:sp>
        <p:nvSpPr>
          <p:cNvPr id="5" name="object 5"/>
          <p:cNvSpPr/>
          <p:nvPr/>
        </p:nvSpPr>
        <p:spPr>
          <a:xfrm>
            <a:off x="540004" y="1644878"/>
            <a:ext cx="1593215" cy="1128395"/>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noProof="0" dirty="0">
              <a:ln>
                <a:noFill/>
              </a:ln>
              <a:solidFill>
                <a:srgbClr val="E2231A"/>
              </a:solidFill>
              <a:effectLst/>
              <a:uLnTx/>
              <a:uFillTx/>
              <a:latin typeface="Calibri"/>
              <a:ea typeface="+mn-ea"/>
              <a:cs typeface="+mn-cs"/>
            </a:endParaRPr>
          </a:p>
        </p:txBody>
      </p:sp>
      <p:sp>
        <p:nvSpPr>
          <p:cNvPr id="8" name="object 8"/>
          <p:cNvSpPr txBox="1"/>
          <p:nvPr/>
        </p:nvSpPr>
        <p:spPr>
          <a:xfrm>
            <a:off x="652985" y="1685218"/>
            <a:ext cx="1411229" cy="734817"/>
          </a:xfrm>
          <a:prstGeom prst="rect">
            <a:avLst/>
          </a:prstGeom>
        </p:spPr>
        <p:txBody>
          <a:bodyPr vert="horz" wrap="square" lIns="0" tIns="107950" rIns="0" bIns="0" rtlCol="0">
            <a:spAutoFit/>
          </a:bodyPr>
          <a:lstStyle/>
          <a:p>
            <a:pPr marL="12700" marR="0" lvl="0" indent="0" algn="l" defTabSz="914400" rtl="0" eaLnBrk="1" fontAlgn="auto" latinLnBrk="0" hangingPunct="1">
              <a:lnSpc>
                <a:spcPct val="100000"/>
              </a:lnSpc>
              <a:spcBef>
                <a:spcPts val="850"/>
              </a:spcBef>
              <a:spcAft>
                <a:spcPts val="0"/>
              </a:spcAft>
              <a:buClrTx/>
              <a:buSzTx/>
              <a:buFontTx/>
              <a:buNone/>
              <a:tabLst/>
              <a:defRPr/>
            </a:pPr>
            <a:r>
              <a:rPr kumimoji="0" lang="ca-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01</a:t>
            </a:r>
            <a:endParaRPr kumimoji="0" lang="ca-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2700" marR="0" lvl="0" indent="0" algn="l" defTabSz="914400" rtl="0" eaLnBrk="1" fontAlgn="auto" latinLnBrk="0" hangingPunct="1">
              <a:lnSpc>
                <a:spcPts val="1639"/>
              </a:lnSpc>
              <a:spcBef>
                <a:spcPts val="434"/>
              </a:spcBef>
              <a:spcAft>
                <a:spcPts val="0"/>
              </a:spcAft>
              <a:buClrTx/>
              <a:buSzTx/>
              <a:buFontTx/>
              <a:buNone/>
              <a:tabLst/>
              <a:defRPr/>
            </a:pPr>
            <a:r>
              <a:rPr lang="ca-ES" sz="1400" spc="-10" dirty="0">
                <a:solidFill>
                  <a:srgbClr val="FFFFFF"/>
                </a:solidFill>
                <a:latin typeface="Open Sans" panose="020B0606030504020204" pitchFamily="34" charset="0"/>
                <a:ea typeface="Open Sans" panose="020B0606030504020204" pitchFamily="34" charset="0"/>
                <a:cs typeface="Open Sans" panose="020B0606030504020204" pitchFamily="34" charset="0"/>
              </a:rPr>
              <a:t>Introducció</a:t>
            </a:r>
            <a:endParaRPr kumimoji="0" lang="ca-ES" sz="1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4" name="object 24"/>
          <p:cNvSpPr txBox="1">
            <a:spLocks noGrp="1"/>
          </p:cNvSpPr>
          <p:nvPr>
            <p:ph type="title" idx="4294967295"/>
          </p:nvPr>
        </p:nvSpPr>
        <p:spPr>
          <a:xfrm>
            <a:off x="540004" y="485642"/>
            <a:ext cx="2888996" cy="566822"/>
          </a:xfrm>
          <a:prstGeom prst="rect">
            <a:avLst/>
          </a:prstGeom>
        </p:spPr>
        <p:txBody>
          <a:bodyPr vert="horz" wrap="square" lIns="0" tIns="12700" rIns="0" bIns="0" rtlCol="0">
            <a:spAutoFit/>
          </a:bodyPr>
          <a:lstStyle/>
          <a:p>
            <a:pPr marL="12700">
              <a:lnSpc>
                <a:spcPct val="100000"/>
              </a:lnSpc>
              <a:spcBef>
                <a:spcPts val="100"/>
              </a:spcBef>
            </a:pPr>
            <a:r>
              <a:rPr lang="ca-ES" spc="-35" dirty="0">
                <a:solidFill>
                  <a:srgbClr val="212528"/>
                </a:solidFill>
                <a:latin typeface="Open Sans" panose="020B0606030504020204" pitchFamily="34" charset="0"/>
                <a:ea typeface="Open Sans" panose="020B0606030504020204" pitchFamily="34" charset="0"/>
                <a:cs typeface="Open Sans" panose="020B0606030504020204" pitchFamily="34" charset="0"/>
              </a:rPr>
              <a:t>CONTINGUT</a:t>
            </a:r>
            <a:endParaRPr lang="ca-ES" dirty="0">
              <a:latin typeface="Open Sans" panose="020B0606030504020204" pitchFamily="34" charset="0"/>
              <a:ea typeface="Open Sans" panose="020B0606030504020204" pitchFamily="34" charset="0"/>
              <a:cs typeface="Open Sans" panose="020B0606030504020204" pitchFamily="34" charset="0"/>
            </a:endParaRPr>
          </a:p>
        </p:txBody>
      </p:sp>
      <p:sp>
        <p:nvSpPr>
          <p:cNvPr id="25" name="object 25"/>
          <p:cNvSpPr/>
          <p:nvPr/>
        </p:nvSpPr>
        <p:spPr>
          <a:xfrm>
            <a:off x="7092735" y="872124"/>
            <a:ext cx="180340" cy="180340"/>
          </a:xfrm>
          <a:custGeom>
            <a:avLst/>
            <a:gdLst/>
            <a:ahLst/>
            <a:cxnLst/>
            <a:rect l="l" t="t" r="r" b="b"/>
            <a:pathLst>
              <a:path w="180339" h="180340">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6" name="object 26"/>
          <p:cNvSpPr/>
          <p:nvPr/>
        </p:nvSpPr>
        <p:spPr>
          <a:xfrm>
            <a:off x="7376986" y="872124"/>
            <a:ext cx="1800225" cy="180340"/>
          </a:xfrm>
          <a:custGeom>
            <a:avLst/>
            <a:gdLst/>
            <a:ahLst/>
            <a:cxnLst/>
            <a:rect l="l" t="t" r="r" b="b"/>
            <a:pathLst>
              <a:path w="1800225" h="180340">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object 14">
            <a:extLst>
              <a:ext uri="{FF2B5EF4-FFF2-40B4-BE49-F238E27FC236}">
                <a16:creationId xmlns:a16="http://schemas.microsoft.com/office/drawing/2014/main" id="{9D363D6F-79CA-4451-946B-C321FC11BC0B}"/>
              </a:ext>
            </a:extLst>
          </p:cNvPr>
          <p:cNvSpPr/>
          <p:nvPr/>
        </p:nvSpPr>
        <p:spPr>
          <a:xfrm>
            <a:off x="5903987" y="1659220"/>
            <a:ext cx="1593215" cy="111883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6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object 13">
            <a:extLst>
              <a:ext uri="{FF2B5EF4-FFF2-40B4-BE49-F238E27FC236}">
                <a16:creationId xmlns:a16="http://schemas.microsoft.com/office/drawing/2014/main" id="{3C850B5D-B1B7-4407-AAF7-8B210653795B}"/>
              </a:ext>
            </a:extLst>
          </p:cNvPr>
          <p:cNvSpPr txBox="1"/>
          <p:nvPr/>
        </p:nvSpPr>
        <p:spPr>
          <a:xfrm>
            <a:off x="6056467" y="1685218"/>
            <a:ext cx="1320519" cy="909223"/>
          </a:xfrm>
          <a:prstGeom prst="rect">
            <a:avLst/>
          </a:prstGeom>
        </p:spPr>
        <p:txBody>
          <a:bodyPr vert="horz" wrap="square" lIns="0" tIns="107950" rIns="0" bIns="0" rtlCol="0">
            <a:spAutoFit/>
          </a:bodyPr>
          <a:lstStyle/>
          <a:p>
            <a:pPr marL="12700" marR="0" lvl="0" indent="0" algn="l" defTabSz="914400" rtl="0" eaLnBrk="1" fontAlgn="auto" latinLnBrk="0" hangingPunct="1">
              <a:lnSpc>
                <a:spcPct val="100000"/>
              </a:lnSpc>
              <a:spcBef>
                <a:spcPts val="850"/>
              </a:spcBef>
              <a:spcAft>
                <a:spcPts val="0"/>
              </a:spcAft>
              <a:buClrTx/>
              <a:buSzTx/>
              <a:buFontTx/>
              <a:buNone/>
              <a:tabLst/>
              <a:defRPr/>
            </a:pPr>
            <a:r>
              <a:rPr kumimoji="0" lang="ca-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04</a:t>
            </a:r>
            <a:endParaRPr kumimoji="0" lang="ca-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a-ES" sz="1400" spc="-15" dirty="0">
                <a:solidFill>
                  <a:srgbClr val="FFFFFF"/>
                </a:solidFill>
                <a:latin typeface="Open Sans" panose="020B0606030504020204" pitchFamily="34" charset="0"/>
                <a:ea typeface="Open Sans" panose="020B0606030504020204" pitchFamily="34" charset="0"/>
                <a:cs typeface="Open Sans" panose="020B0606030504020204" pitchFamily="34" charset="0"/>
              </a:rPr>
              <a:t>Formats i informes</a:t>
            </a:r>
            <a:endParaRPr kumimoji="0" lang="ca-ES" sz="1400" b="0" i="0" u="none" strike="noStrike" kern="1200" cap="none" spc="-15"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object 9">
            <a:extLst>
              <a:ext uri="{FF2B5EF4-FFF2-40B4-BE49-F238E27FC236}">
                <a16:creationId xmlns:a16="http://schemas.microsoft.com/office/drawing/2014/main" id="{FFA920A2-A53A-9A8D-91FC-C38B96DBCC84}"/>
              </a:ext>
            </a:extLst>
          </p:cNvPr>
          <p:cNvSpPr/>
          <p:nvPr/>
        </p:nvSpPr>
        <p:spPr>
          <a:xfrm>
            <a:off x="537292" y="2987732"/>
            <a:ext cx="1593215" cy="1145381"/>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65000"/>
            </a:schemeClr>
          </a:solidFill>
        </p:spPr>
        <p:txBody>
          <a:bodyPr wrap="square" lIns="0" tIns="0" rIns="0" bIns="0" rtlCol="0"/>
          <a:lstStyle/>
          <a:p>
            <a:endParaRPr dirty="0"/>
          </a:p>
        </p:txBody>
      </p:sp>
      <p:sp>
        <p:nvSpPr>
          <p:cNvPr id="9" name="object 18">
            <a:extLst>
              <a:ext uri="{FF2B5EF4-FFF2-40B4-BE49-F238E27FC236}">
                <a16:creationId xmlns:a16="http://schemas.microsoft.com/office/drawing/2014/main" id="{58CFFA54-FA80-1D95-6700-3C99AEA0CF62}"/>
              </a:ext>
            </a:extLst>
          </p:cNvPr>
          <p:cNvSpPr/>
          <p:nvPr/>
        </p:nvSpPr>
        <p:spPr>
          <a:xfrm>
            <a:off x="2336823" y="2987732"/>
            <a:ext cx="1593215" cy="1128395"/>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7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2">
            <a:extLst>
              <a:ext uri="{FF2B5EF4-FFF2-40B4-BE49-F238E27FC236}">
                <a16:creationId xmlns:a16="http://schemas.microsoft.com/office/drawing/2014/main" id="{DDF6977F-31B4-268D-FEAA-B64C02E297F3}"/>
              </a:ext>
            </a:extLst>
          </p:cNvPr>
          <p:cNvSpPr txBox="1"/>
          <p:nvPr/>
        </p:nvSpPr>
        <p:spPr>
          <a:xfrm>
            <a:off x="652985" y="3012850"/>
            <a:ext cx="1394225" cy="965649"/>
          </a:xfrm>
          <a:prstGeom prst="rect">
            <a:avLst/>
          </a:prstGeom>
        </p:spPr>
        <p:txBody>
          <a:bodyPr vert="horz" wrap="square" lIns="0" tIns="107950" rIns="0" bIns="0" rtlCol="0">
            <a:spAutoFit/>
          </a:bodyPr>
          <a:lstStyle/>
          <a:p>
            <a:pPr marL="12700" marR="0" lvl="0" indent="0" algn="l" defTabSz="914400" rtl="0" eaLnBrk="1" fontAlgn="auto" latinLnBrk="0" hangingPunct="1">
              <a:lnSpc>
                <a:spcPct val="100000"/>
              </a:lnSpc>
              <a:spcBef>
                <a:spcPts val="850"/>
              </a:spcBef>
              <a:spcAft>
                <a:spcPts val="0"/>
              </a:spcAft>
              <a:buClrTx/>
              <a:buSzTx/>
              <a:buFontTx/>
              <a:buNone/>
              <a:tabLst/>
              <a:defRPr/>
            </a:pPr>
            <a:r>
              <a:rPr kumimoji="0"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a:t>
            </a: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5</a:t>
            </a:r>
            <a:endParaRPr kumimoji="0"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12700" marR="5080" lvl="0" indent="0" algn="l" defTabSz="914400" rtl="0" eaLnBrk="1" fontAlgn="auto" latinLnBrk="0" hangingPunct="1">
              <a:lnSpc>
                <a:spcPts val="1600"/>
              </a:lnSpc>
              <a:spcBef>
                <a:spcPts val="555"/>
              </a:spcBef>
              <a:spcAft>
                <a:spcPts val="0"/>
              </a:spcAft>
              <a:buClrTx/>
              <a:buSzTx/>
              <a:buFontTx/>
              <a:buNone/>
              <a:tabLst/>
              <a:defRPr/>
            </a:pPr>
            <a:r>
              <a:rPr kumimoji="0" lang="ca-ES" sz="1400" b="0" i="0" u="none" strike="noStrike" kern="1200" cap="none" spc="-15"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Específics sectorials</a:t>
            </a:r>
            <a:endParaRPr kumimoji="0" lang="ca-ES" sz="1400" b="0" i="0" u="none" strike="noStrike" kern="1200" cap="none" spc="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 name="object 12">
            <a:extLst>
              <a:ext uri="{FF2B5EF4-FFF2-40B4-BE49-F238E27FC236}">
                <a16:creationId xmlns:a16="http://schemas.microsoft.com/office/drawing/2014/main" id="{A9C7728A-19F9-FF28-333D-D8D91EC7EA53}"/>
              </a:ext>
            </a:extLst>
          </p:cNvPr>
          <p:cNvSpPr txBox="1"/>
          <p:nvPr/>
        </p:nvSpPr>
        <p:spPr>
          <a:xfrm>
            <a:off x="2465318" y="3003325"/>
            <a:ext cx="1420217" cy="760465"/>
          </a:xfrm>
          <a:prstGeom prst="rect">
            <a:avLst/>
          </a:prstGeom>
        </p:spPr>
        <p:txBody>
          <a:bodyPr vert="horz" wrap="square" lIns="0" tIns="107950" rIns="0" bIns="0" rtlCol="0">
            <a:spAutoFit/>
          </a:bodyPr>
          <a:lstStyle/>
          <a:p>
            <a:pPr marL="12700" marR="0" lvl="0" indent="0" algn="l" defTabSz="914400" rtl="0" eaLnBrk="1" fontAlgn="auto" latinLnBrk="0" hangingPunct="1">
              <a:lnSpc>
                <a:spcPct val="100000"/>
              </a:lnSpc>
              <a:spcBef>
                <a:spcPts val="850"/>
              </a:spcBef>
              <a:spcAft>
                <a:spcPts val="0"/>
              </a:spcAft>
              <a:buClrTx/>
              <a:buSzTx/>
              <a:buFontTx/>
              <a:buNone/>
              <a:tabLst/>
              <a:defRPr/>
            </a:pPr>
            <a:r>
              <a:rPr kumimoji="0"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a:t>
            </a: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6</a:t>
            </a:r>
            <a:endParaRPr kumimoji="0"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12700" marR="5080" lvl="0" indent="0" algn="l" defTabSz="914400" rtl="0" eaLnBrk="1" fontAlgn="auto" latinLnBrk="0" hangingPunct="1">
              <a:lnSpc>
                <a:spcPts val="1600"/>
              </a:lnSpc>
              <a:spcBef>
                <a:spcPts val="555"/>
              </a:spcBef>
              <a:spcAft>
                <a:spcPts val="0"/>
              </a:spcAft>
              <a:buClrTx/>
              <a:buSzTx/>
              <a:buFontTx/>
              <a:buNone/>
              <a:tabLst/>
              <a:defRPr/>
            </a:pPr>
            <a:r>
              <a:rPr kumimoji="0" lang="ca-ES" sz="1400" b="0" i="0" u="none" strike="noStrike" kern="1200" cap="none" spc="-15"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TPV</a:t>
            </a:r>
            <a:endParaRPr kumimoji="0" lang="ca-ES" sz="1400" b="0" i="0" u="none" strike="noStrike" kern="1200" cap="none" spc="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9" name="object 16">
            <a:extLst>
              <a:ext uri="{FF2B5EF4-FFF2-40B4-BE49-F238E27FC236}">
                <a16:creationId xmlns:a16="http://schemas.microsoft.com/office/drawing/2014/main" id="{11BE5554-19A9-71CD-8EDE-C3597F7BEB74}"/>
              </a:ext>
            </a:extLst>
          </p:cNvPr>
          <p:cNvSpPr/>
          <p:nvPr/>
        </p:nvSpPr>
        <p:spPr>
          <a:xfrm>
            <a:off x="4124383" y="3012850"/>
            <a:ext cx="1593215" cy="1112667"/>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8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 name="object 19">
            <a:extLst>
              <a:ext uri="{FF2B5EF4-FFF2-40B4-BE49-F238E27FC236}">
                <a16:creationId xmlns:a16="http://schemas.microsoft.com/office/drawing/2014/main" id="{4010C10F-997A-8B60-1066-8E289225A272}"/>
              </a:ext>
            </a:extLst>
          </p:cNvPr>
          <p:cNvSpPr txBox="1"/>
          <p:nvPr/>
        </p:nvSpPr>
        <p:spPr>
          <a:xfrm>
            <a:off x="4281388" y="3017980"/>
            <a:ext cx="1336224" cy="960519"/>
          </a:xfrm>
          <a:prstGeom prst="rect">
            <a:avLst/>
          </a:prstGeom>
        </p:spPr>
        <p:txBody>
          <a:bodyPr vert="horz" wrap="square" lIns="0" tIns="107950" rIns="0" bIns="0" rtlCol="0">
            <a:spAutoFit/>
          </a:bodyPr>
          <a:lstStyle/>
          <a:p>
            <a:pPr marL="12700" marR="0" lvl="0" indent="0" algn="l" defTabSz="914400" rtl="0" eaLnBrk="1" fontAlgn="auto" latinLnBrk="0" hangingPunct="1">
              <a:lnSpc>
                <a:spcPct val="100000"/>
              </a:lnSpc>
              <a:spcBef>
                <a:spcPts val="850"/>
              </a:spcBef>
              <a:spcAft>
                <a:spcPts val="0"/>
              </a:spcAft>
              <a:buClrTx/>
              <a:buSzTx/>
              <a:buFontTx/>
              <a:buNone/>
              <a:tabLst/>
              <a:defRPr/>
            </a:pPr>
            <a:r>
              <a:rPr kumimoji="0"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a:t>
            </a:r>
            <a:r>
              <a:rPr lang="es-ES" sz="2400" b="1" dirty="0">
                <a:latin typeface="Open Sans" panose="020B0606030504020204" pitchFamily="34" charset="0"/>
                <a:ea typeface="Open Sans" panose="020B0606030504020204" pitchFamily="34" charset="0"/>
                <a:cs typeface="Open Sans" panose="020B0606030504020204" pitchFamily="34" charset="0"/>
              </a:rPr>
              <a:t>7</a:t>
            </a:r>
            <a:endParaRPr kumimoji="0"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12700" marR="0" lvl="0" indent="0" algn="l" defTabSz="914400" rtl="0" eaLnBrk="1" fontAlgn="auto" latinLnBrk="0" hangingPunct="1">
              <a:lnSpc>
                <a:spcPct val="100000"/>
              </a:lnSpc>
              <a:spcBef>
                <a:spcPts val="434"/>
              </a:spcBef>
              <a:spcAft>
                <a:spcPts val="0"/>
              </a:spcAft>
              <a:buClrTx/>
              <a:buSzTx/>
              <a:buFontTx/>
              <a:buNone/>
              <a:tabLst/>
              <a:defRPr/>
            </a:pPr>
            <a:r>
              <a:rPr kumimoji="0" lang="ca-ES" sz="1400" b="0" i="0" u="none" strike="noStrike" kern="1200" cap="none" spc="-5"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Traspàs d’històrics</a:t>
            </a:r>
            <a:endParaRPr kumimoji="0" lang="ca-ES" sz="1400" b="0" i="0" u="none" strike="noStrike" kern="1200" cap="none" spc="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 name="object 4">
            <a:extLst>
              <a:ext uri="{FF2B5EF4-FFF2-40B4-BE49-F238E27FC236}">
                <a16:creationId xmlns:a16="http://schemas.microsoft.com/office/drawing/2014/main" id="{7CD80BA4-AE77-573B-AA58-A900BECDF89B}"/>
              </a:ext>
            </a:extLst>
          </p:cNvPr>
          <p:cNvSpPr/>
          <p:nvPr/>
        </p:nvSpPr>
        <p:spPr>
          <a:xfrm>
            <a:off x="4127842" y="1654440"/>
            <a:ext cx="1593215" cy="1128395"/>
          </a:xfrm>
          <a:custGeom>
            <a:avLst/>
            <a:gdLst/>
            <a:ahLst/>
            <a:cxnLst/>
            <a:rect l="l" t="t" r="r" b="b"/>
            <a:pathLst>
              <a:path w="1593215" h="1128395">
                <a:moveTo>
                  <a:pt x="1592592" y="0"/>
                </a:moveTo>
                <a:lnTo>
                  <a:pt x="0" y="0"/>
                </a:lnTo>
                <a:lnTo>
                  <a:pt x="0" y="1128001"/>
                </a:lnTo>
                <a:lnTo>
                  <a:pt x="1592592" y="1128001"/>
                </a:lnTo>
                <a:lnTo>
                  <a:pt x="1592592" y="0"/>
                </a:lnTo>
                <a:close/>
              </a:path>
            </a:pathLst>
          </a:custGeom>
          <a:solidFill>
            <a:schemeClr val="tx1">
              <a:lumMod val="50000"/>
              <a:lumOff val="50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object 7">
            <a:extLst>
              <a:ext uri="{FF2B5EF4-FFF2-40B4-BE49-F238E27FC236}">
                <a16:creationId xmlns:a16="http://schemas.microsoft.com/office/drawing/2014/main" id="{6E21BF23-6F3D-0759-F717-BA71A4C36C5C}"/>
              </a:ext>
            </a:extLst>
          </p:cNvPr>
          <p:cNvSpPr/>
          <p:nvPr/>
        </p:nvSpPr>
        <p:spPr>
          <a:xfrm>
            <a:off x="2351697" y="1644878"/>
            <a:ext cx="1593215" cy="1128395"/>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tx1">
              <a:lumMod val="65000"/>
              <a:lumOff val="3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object 6">
            <a:extLst>
              <a:ext uri="{FF2B5EF4-FFF2-40B4-BE49-F238E27FC236}">
                <a16:creationId xmlns:a16="http://schemas.microsoft.com/office/drawing/2014/main" id="{E8227E1C-8019-7892-8743-38D6A66F12D4}"/>
              </a:ext>
            </a:extLst>
          </p:cNvPr>
          <p:cNvSpPr txBox="1"/>
          <p:nvPr/>
        </p:nvSpPr>
        <p:spPr>
          <a:xfrm>
            <a:off x="2465318" y="1658754"/>
            <a:ext cx="1502383" cy="960519"/>
          </a:xfrm>
          <a:prstGeom prst="rect">
            <a:avLst/>
          </a:prstGeom>
        </p:spPr>
        <p:txBody>
          <a:bodyPr vert="horz" wrap="square" lIns="0" tIns="107950" rIns="0" bIns="0" rtlCol="0">
            <a:spAutoFit/>
          </a:bodyPr>
          <a:lstStyle/>
          <a:p>
            <a:pPr marL="12700" marR="0" lvl="0" indent="0" algn="l" defTabSz="914400" rtl="0" eaLnBrk="1" fontAlgn="auto" latinLnBrk="0" hangingPunct="1">
              <a:lnSpc>
                <a:spcPct val="100000"/>
              </a:lnSpc>
              <a:spcBef>
                <a:spcPts val="850"/>
              </a:spcBef>
              <a:spcAft>
                <a:spcPts val="0"/>
              </a:spcAft>
              <a:buClrTx/>
              <a:buSzTx/>
              <a:buFontTx/>
              <a:buNone/>
              <a:tabLst/>
              <a:defRPr/>
            </a:pPr>
            <a:r>
              <a:rPr kumimoji="0" lang="ca-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02</a:t>
            </a:r>
            <a:endParaRPr kumimoji="0" lang="ca-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2700" marR="0" lvl="0" indent="0" algn="l" defTabSz="914400" rtl="0" eaLnBrk="1" fontAlgn="auto" latinLnBrk="0" hangingPunct="1">
              <a:lnSpc>
                <a:spcPct val="100000"/>
              </a:lnSpc>
              <a:spcBef>
                <a:spcPts val="434"/>
              </a:spcBef>
              <a:spcAft>
                <a:spcPts val="0"/>
              </a:spcAft>
              <a:buClrTx/>
              <a:buSzTx/>
              <a:buFontTx/>
              <a:buNone/>
              <a:tabLst/>
              <a:defRPr/>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Llista de projectes</a:t>
            </a:r>
            <a:endParaRPr kumimoji="0" lang="ca-ES" sz="1400" b="0"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object 6">
            <a:extLst>
              <a:ext uri="{FF2B5EF4-FFF2-40B4-BE49-F238E27FC236}">
                <a16:creationId xmlns:a16="http://schemas.microsoft.com/office/drawing/2014/main" id="{687FF6D1-46C4-CC9C-0156-097DADE88AC2}"/>
              </a:ext>
            </a:extLst>
          </p:cNvPr>
          <p:cNvSpPr txBox="1"/>
          <p:nvPr/>
        </p:nvSpPr>
        <p:spPr>
          <a:xfrm>
            <a:off x="4281389" y="1652210"/>
            <a:ext cx="1436210" cy="960519"/>
          </a:xfrm>
          <a:prstGeom prst="rect">
            <a:avLst/>
          </a:prstGeom>
        </p:spPr>
        <p:txBody>
          <a:bodyPr vert="horz" wrap="square" lIns="0" tIns="107950" rIns="0" bIns="0" rtlCol="0">
            <a:spAutoFit/>
          </a:bodyPr>
          <a:lstStyle/>
          <a:p>
            <a:pPr marL="12700" marR="0" lvl="0" indent="0" algn="l" defTabSz="914400" rtl="0" eaLnBrk="1" fontAlgn="auto" latinLnBrk="0" hangingPunct="1">
              <a:lnSpc>
                <a:spcPct val="100000"/>
              </a:lnSpc>
              <a:spcBef>
                <a:spcPts val="850"/>
              </a:spcBef>
              <a:spcAft>
                <a:spcPts val="0"/>
              </a:spcAft>
              <a:buClrTx/>
              <a:buSzTx/>
              <a:buFontTx/>
              <a:buNone/>
              <a:tabLst/>
              <a:defRPr/>
            </a:pPr>
            <a:r>
              <a:rPr kumimoji="0" lang="ca-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ca-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2700" marR="0" lvl="0" indent="0" algn="l" defTabSz="914400" rtl="0" eaLnBrk="1" fontAlgn="auto" latinLnBrk="0" hangingPunct="1">
              <a:lnSpc>
                <a:spcPct val="100000"/>
              </a:lnSpc>
              <a:spcBef>
                <a:spcPts val="434"/>
              </a:spcBef>
              <a:spcAft>
                <a:spcPts val="0"/>
              </a:spcAft>
              <a:buClrTx/>
              <a:buSzTx/>
              <a:buFontTx/>
              <a:buNone/>
              <a:tabLst/>
              <a:defRPr/>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kumimoji="0" lang="ca-ES" sz="1400" b="0"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 name="object 16">
            <a:extLst>
              <a:ext uri="{FF2B5EF4-FFF2-40B4-BE49-F238E27FC236}">
                <a16:creationId xmlns:a16="http://schemas.microsoft.com/office/drawing/2014/main" id="{C2CE3F82-7706-2892-4A4D-78284E792FA1}"/>
              </a:ext>
            </a:extLst>
          </p:cNvPr>
          <p:cNvSpPr/>
          <p:nvPr/>
        </p:nvSpPr>
        <p:spPr>
          <a:xfrm>
            <a:off x="5903987" y="3003325"/>
            <a:ext cx="1593215" cy="1112667"/>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95000"/>
            </a:schemeClr>
          </a:solidFill>
          <a:ln>
            <a:solidFill>
              <a:schemeClr val="bg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object 19">
            <a:extLst>
              <a:ext uri="{FF2B5EF4-FFF2-40B4-BE49-F238E27FC236}">
                <a16:creationId xmlns:a16="http://schemas.microsoft.com/office/drawing/2014/main" id="{C0E214A7-6B14-92B2-9C13-FC079B056C49}"/>
              </a:ext>
            </a:extLst>
          </p:cNvPr>
          <p:cNvSpPr txBox="1"/>
          <p:nvPr/>
        </p:nvSpPr>
        <p:spPr>
          <a:xfrm>
            <a:off x="6060992" y="3008455"/>
            <a:ext cx="1336224" cy="960519"/>
          </a:xfrm>
          <a:prstGeom prst="rect">
            <a:avLst/>
          </a:prstGeom>
        </p:spPr>
        <p:txBody>
          <a:bodyPr vert="horz" wrap="square" lIns="0" tIns="107950" rIns="0" bIns="0" rtlCol="0">
            <a:spAutoFit/>
          </a:bodyPr>
          <a:lstStyle/>
          <a:p>
            <a:pPr marL="12700" marR="0" lvl="0" indent="0" algn="l" defTabSz="914400" rtl="0" eaLnBrk="1" fontAlgn="auto" latinLnBrk="0" hangingPunct="1">
              <a:lnSpc>
                <a:spcPct val="100000"/>
              </a:lnSpc>
              <a:spcBef>
                <a:spcPts val="850"/>
              </a:spcBef>
              <a:spcAft>
                <a:spcPts val="0"/>
              </a:spcAft>
              <a:buClrTx/>
              <a:buSzTx/>
              <a:buFontTx/>
              <a:buNone/>
              <a:tabLst/>
              <a:defRPr/>
            </a:pPr>
            <a:r>
              <a:rPr kumimoji="0"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a:t>
            </a:r>
            <a:r>
              <a:rPr lang="es-ES" sz="2400" b="1" dirty="0">
                <a:latin typeface="Open Sans" panose="020B0606030504020204" pitchFamily="34" charset="0"/>
                <a:ea typeface="Open Sans" panose="020B0606030504020204" pitchFamily="34" charset="0"/>
                <a:cs typeface="Open Sans" panose="020B0606030504020204" pitchFamily="34" charset="0"/>
              </a:rPr>
              <a:t>8</a:t>
            </a:r>
            <a:endParaRPr kumimoji="0"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12700" marR="0" lvl="0" indent="0" algn="l" defTabSz="914400" rtl="0" eaLnBrk="1" fontAlgn="auto" latinLnBrk="0" hangingPunct="1">
              <a:lnSpc>
                <a:spcPct val="100000"/>
              </a:lnSpc>
              <a:spcBef>
                <a:spcPts val="434"/>
              </a:spcBef>
              <a:spcAft>
                <a:spcPts val="0"/>
              </a:spcAft>
              <a:buClrTx/>
              <a:buSzTx/>
              <a:buFontTx/>
              <a:buNone/>
              <a:tabLst/>
              <a:defRPr/>
            </a:pPr>
            <a:r>
              <a:rPr lang="ca-ES" sz="1400" spc="-5" dirty="0">
                <a:latin typeface="Open Sans" panose="020B0606030504020204" pitchFamily="34" charset="0"/>
                <a:ea typeface="Open Sans" panose="020B0606030504020204" pitchFamily="34" charset="0"/>
                <a:cs typeface="Open Sans" panose="020B0606030504020204" pitchFamily="34" charset="0"/>
              </a:rPr>
              <a:t>Altres consideracions</a:t>
            </a:r>
            <a:endParaRPr kumimoji="0" lang="ca-ES" sz="1400" b="0" i="0" u="none" strike="noStrike" kern="1200" cap="none" spc="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17778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descr="Mujer sentada en un escritorio&#10;&#10;Descripción generada automáticamente con confianza media">
            <a:extLst>
              <a:ext uri="{FF2B5EF4-FFF2-40B4-BE49-F238E27FC236}">
                <a16:creationId xmlns:a16="http://schemas.microsoft.com/office/drawing/2014/main" id="{0B17B221-8B07-445B-9BF4-D4EE98BC55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3980" y="1026844"/>
            <a:ext cx="6373725" cy="4249150"/>
          </a:xfrm>
          <a:prstGeom prst="rect">
            <a:avLst/>
          </a:prstGeom>
        </p:spPr>
      </p:pic>
      <p:sp>
        <p:nvSpPr>
          <p:cNvPr id="4" name="object 4"/>
          <p:cNvSpPr/>
          <p:nvPr/>
        </p:nvSpPr>
        <p:spPr>
          <a:xfrm>
            <a:off x="7343000" y="5433352"/>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2231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a:ea typeface="+mn-ea"/>
              <a:cs typeface="+mn-cs"/>
            </a:endParaRPr>
          </a:p>
        </p:txBody>
      </p:sp>
      <p:sp>
        <p:nvSpPr>
          <p:cNvPr id="8" name="object 5">
            <a:extLst>
              <a:ext uri="{FF2B5EF4-FFF2-40B4-BE49-F238E27FC236}">
                <a16:creationId xmlns:a16="http://schemas.microsoft.com/office/drawing/2014/main" id="{6ACBEB89-FD84-4898-A7CD-69D10235E6EB}"/>
              </a:ext>
            </a:extLst>
          </p:cNvPr>
          <p:cNvSpPr/>
          <p:nvPr/>
        </p:nvSpPr>
        <p:spPr>
          <a:xfrm>
            <a:off x="540004" y="518654"/>
            <a:ext cx="3583940" cy="2559431"/>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E2231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a:ea typeface="+mn-ea"/>
              <a:cs typeface="+mn-cs"/>
            </a:endParaRPr>
          </a:p>
        </p:txBody>
      </p:sp>
      <p:sp>
        <p:nvSpPr>
          <p:cNvPr id="6" name="CuadroTexto 5">
            <a:extLst>
              <a:ext uri="{FF2B5EF4-FFF2-40B4-BE49-F238E27FC236}">
                <a16:creationId xmlns:a16="http://schemas.microsoft.com/office/drawing/2014/main" id="{F8EB1B42-1890-4C02-B70A-1755FE4778D8}"/>
              </a:ext>
            </a:extLst>
          </p:cNvPr>
          <p:cNvSpPr txBox="1"/>
          <p:nvPr/>
        </p:nvSpPr>
        <p:spPr>
          <a:xfrm>
            <a:off x="540004" y="518654"/>
            <a:ext cx="3583940" cy="1977464"/>
          </a:xfrm>
          <a:prstGeom prst="rect">
            <a:avLst/>
          </a:prstGeom>
          <a:noFill/>
        </p:spPr>
        <p:txBody>
          <a:bodyPr wrap="square" rtlCol="0">
            <a:spAutoFit/>
          </a:bodyPr>
          <a:lstStyle/>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ca-ES" sz="5400" b="1" i="0" u="none" strike="noStrike" kern="1200" cap="none" spc="0" normalizeH="0" baseline="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01</a:t>
            </a:r>
            <a:endParaRPr lang="ca-ES" sz="5400" dirty="0">
              <a:solidFill>
                <a:prstClr val="black"/>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ca-ES" sz="2800" b="0" i="0" u="none" strike="noStrike" kern="1200" cap="none" spc="0" normalizeH="0" baseline="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Introducció</a:t>
            </a:r>
            <a:endParaRPr kumimoji="0" lang="ca-ES" sz="2800" b="0" i="0" u="none" strike="noStrike" kern="1200" cap="none" spc="0" normalizeH="0" baseline="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dirty="0">
              <a:ln>
                <a:noFill/>
              </a:ln>
              <a:solidFill>
                <a:prstClr val="black"/>
              </a:solidFill>
              <a:effectLst/>
              <a:uLnTx/>
              <a:uFillTx/>
              <a:latin typeface="Calibri"/>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2897307-E041-4F7D-9A18-BC5B4E5E0DBA}"/>
              </a:ext>
            </a:extLst>
          </p:cNvPr>
          <p:cNvSpPr>
            <a:spLocks noGrp="1"/>
          </p:cNvSpPr>
          <p:nvPr>
            <p:ph sz="half" idx="2"/>
          </p:nvPr>
        </p:nvSpPr>
        <p:spPr>
          <a:xfrm>
            <a:off x="634690" y="1984399"/>
            <a:ext cx="8429797" cy="3886563"/>
          </a:xfrm>
        </p:spPr>
        <p:txBody>
          <a:bodyPr>
            <a:noAutofit/>
          </a:bodyPr>
          <a:lstStyle/>
          <a:p>
            <a:pPr algn="just"/>
            <a:r>
              <a:rPr lang="ca-ES" altLang="ca-ES" sz="1600" b="1"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està desenvolupat amb tecnologies actualment obsoletes, no essent possible el seu manteniment ni evolució, el que obliga a un nou disseny del producte amb tecnologies actuals</a:t>
            </a:r>
          </a:p>
          <a:p>
            <a:pPr algn="just"/>
            <a:endParaRPr lang="ca-ES" altLang="ca-ES" sz="1600" dirty="0">
              <a:latin typeface="Verdana" panose="020B0604030504040204" pitchFamily="34" charset="0"/>
            </a:endParaRPr>
          </a:p>
          <a:p>
            <a:pPr algn="just"/>
            <a:r>
              <a:rPr lang="ca-ES" altLang="ca-ES" sz="1600" dirty="0">
                <a:solidFill>
                  <a:srgbClr val="404040"/>
                </a:solidFill>
                <a:latin typeface="Verdana" panose="020B0604030504040204" pitchFamily="34" charset="0"/>
              </a:rPr>
              <a:t>Els propers canvis legals que dimanen de les lleis </a:t>
            </a:r>
            <a:r>
              <a:rPr lang="ca-ES" altLang="ca-ES" sz="1600" b="1" i="1" dirty="0">
                <a:solidFill>
                  <a:srgbClr val="404040"/>
                </a:solidFill>
                <a:latin typeface="Verdana" panose="020B0604030504040204" pitchFamily="34" charset="0"/>
              </a:rPr>
              <a:t>Crea y </a:t>
            </a:r>
            <a:r>
              <a:rPr lang="ca-ES" altLang="ca-ES" sz="1600" b="1" i="1" dirty="0" err="1">
                <a:solidFill>
                  <a:srgbClr val="404040"/>
                </a:solidFill>
                <a:latin typeface="Verdana" panose="020B0604030504040204" pitchFamily="34" charset="0"/>
              </a:rPr>
              <a:t>Crece</a:t>
            </a:r>
            <a:r>
              <a:rPr lang="ca-ES" altLang="ca-ES" sz="1600" b="1" i="1" dirty="0">
                <a:solidFill>
                  <a:srgbClr val="404040"/>
                </a:solidFill>
                <a:latin typeface="Verdana" panose="020B0604030504040204" pitchFamily="34" charset="0"/>
              </a:rPr>
              <a:t> </a:t>
            </a:r>
            <a:r>
              <a:rPr lang="ca-ES" altLang="ca-ES" sz="1600" dirty="0">
                <a:solidFill>
                  <a:srgbClr val="404040"/>
                </a:solidFill>
                <a:latin typeface="Verdana" panose="020B0604030504040204" pitchFamily="34" charset="0"/>
              </a:rPr>
              <a:t>i </a:t>
            </a:r>
            <a:r>
              <a:rPr lang="ca-ES" altLang="ca-ES" sz="1600" b="1" i="1" dirty="0">
                <a:solidFill>
                  <a:srgbClr val="404040"/>
                </a:solidFill>
                <a:latin typeface="Verdana" panose="020B0604030504040204" pitchFamily="34" charset="0"/>
              </a:rPr>
              <a:t>Antifrau</a:t>
            </a:r>
            <a:r>
              <a:rPr lang="ca-ES" altLang="ca-ES" sz="1600" dirty="0">
                <a:solidFill>
                  <a:srgbClr val="404040"/>
                </a:solidFill>
                <a:latin typeface="Verdana" panose="020B0604030504040204" pitchFamily="34" charset="0"/>
              </a:rPr>
              <a:t> impacten directament en </a:t>
            </a:r>
            <a:r>
              <a:rPr lang="ca-ES" altLang="ca-ES" sz="1600" b="1" dirty="0" err="1">
                <a:solidFill>
                  <a:srgbClr val="404040"/>
                </a:solidFill>
                <a:latin typeface="Verdana" panose="020B0604030504040204" pitchFamily="34" charset="0"/>
              </a:rPr>
              <a:t>Xsinfo</a:t>
            </a:r>
            <a:r>
              <a:rPr lang="ca-ES" altLang="ca-ES" sz="1600" dirty="0">
                <a:latin typeface="Verdana" panose="020B0604030504040204" pitchFamily="34" charset="0"/>
              </a:rPr>
              <a:t>, producte que sinó s’adequa al reglament tècnic de característiques del software de facturació, </a:t>
            </a:r>
            <a:r>
              <a:rPr lang="ca-ES" altLang="ca-ES" sz="1600" b="1" dirty="0">
                <a:latin typeface="Verdana" panose="020B0604030504040204" pitchFamily="34" charset="0"/>
              </a:rPr>
              <a:t>en</a:t>
            </a:r>
            <a:r>
              <a:rPr lang="ca-ES" altLang="ca-ES" sz="1600" dirty="0">
                <a:latin typeface="Verdana" panose="020B0604030504040204" pitchFamily="34" charset="0"/>
              </a:rPr>
              <a:t> </a:t>
            </a:r>
            <a:r>
              <a:rPr lang="ca-ES" altLang="ca-ES" sz="1600" b="1" dirty="0">
                <a:latin typeface="Verdana" panose="020B0604030504040204" pitchFamily="34" charset="0"/>
              </a:rPr>
              <a:t>serà il·legal la seva comercialització, el seu ús i la seva tinença</a:t>
            </a:r>
          </a:p>
          <a:p>
            <a:pPr algn="just"/>
            <a:endParaRPr lang="ca-ES" altLang="ca-ES" sz="1600" b="1" dirty="0">
              <a:solidFill>
                <a:srgbClr val="404040"/>
              </a:solidFill>
              <a:latin typeface="Verdana" panose="020B0604030504040204" pitchFamily="34" charset="0"/>
            </a:endParaRPr>
          </a:p>
          <a:p>
            <a:pPr algn="just"/>
            <a:r>
              <a:rPr lang="ca-ES" altLang="ca-ES" sz="1600" dirty="0">
                <a:solidFill>
                  <a:srgbClr val="404040"/>
                </a:solidFill>
                <a:latin typeface="Verdana" panose="020B0604030504040204" pitchFamily="34" charset="0"/>
              </a:rPr>
              <a:t>La tecnologia evoluciona a un ritme molt ràpid, en el que fins i tot grans productes com per exemple </a:t>
            </a:r>
            <a:r>
              <a:rPr lang="ca-ES" altLang="ca-ES" sz="1600" b="1" dirty="0">
                <a:solidFill>
                  <a:srgbClr val="404040"/>
                </a:solidFill>
                <a:latin typeface="Verdana" panose="020B0604030504040204" pitchFamily="34" charset="0"/>
              </a:rPr>
              <a:t>SAP B1</a:t>
            </a:r>
            <a:r>
              <a:rPr lang="ca-ES" altLang="ca-ES" sz="1600" dirty="0">
                <a:solidFill>
                  <a:srgbClr val="404040"/>
                </a:solidFill>
                <a:latin typeface="Verdana" panose="020B0604030504040204" pitchFamily="34" charset="0"/>
              </a:rPr>
              <a:t> no segueixen. </a:t>
            </a:r>
            <a:r>
              <a:rPr lang="ca-ES" altLang="ca-ES" sz="1600" b="1" dirty="0">
                <a:solidFill>
                  <a:srgbClr val="404040"/>
                </a:solidFill>
                <a:latin typeface="Verdana" panose="020B0604030504040204" pitchFamily="34" charset="0"/>
              </a:rPr>
              <a:t>Auren</a:t>
            </a:r>
            <a:r>
              <a:rPr lang="ca-ES" altLang="ca-ES" sz="1600" dirty="0">
                <a:solidFill>
                  <a:srgbClr val="404040"/>
                </a:solidFill>
                <a:latin typeface="Verdana" panose="020B0604030504040204" pitchFamily="34" charset="0"/>
              </a:rPr>
              <a:t> com a firma de serveis professionals no podrà mantenir un producte en constant evolució tecnològica i un nou desenvolupament podria estar ràpidament desfasat</a:t>
            </a:r>
          </a:p>
          <a:p>
            <a:pPr algn="just"/>
            <a:endParaRPr lang="ca-ES" altLang="ca-ES" sz="1600" dirty="0">
              <a:latin typeface="Verdana" panose="020B0604030504040204" pitchFamily="34" charset="0"/>
            </a:endParaRPr>
          </a:p>
          <a:p>
            <a:pPr algn="just"/>
            <a:r>
              <a:rPr lang="ca-ES" altLang="ca-ES" sz="1600" dirty="0">
                <a:solidFill>
                  <a:srgbClr val="404040"/>
                </a:solidFill>
                <a:latin typeface="Verdana" panose="020B0604030504040204" pitchFamily="34" charset="0"/>
              </a:rPr>
              <a:t>Per tots aquests motius </a:t>
            </a:r>
            <a:r>
              <a:rPr lang="ca-ES" altLang="ca-ES" sz="1600" b="1" dirty="0">
                <a:solidFill>
                  <a:srgbClr val="404040"/>
                </a:solidFill>
                <a:latin typeface="Verdana" panose="020B0604030504040204" pitchFamily="34" charset="0"/>
              </a:rPr>
              <a:t>Auren</a:t>
            </a:r>
            <a:r>
              <a:rPr lang="ca-ES" altLang="ca-ES" sz="1600" dirty="0">
                <a:solidFill>
                  <a:srgbClr val="404040"/>
                </a:solidFill>
                <a:latin typeface="Verdana" panose="020B0604030504040204" pitchFamily="34" charset="0"/>
              </a:rPr>
              <a:t> ha pres la decisió de discontinuar el producte </a:t>
            </a:r>
            <a:r>
              <a:rPr lang="ca-ES" altLang="ca-ES" sz="1600" b="1"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substituint-lo per un nou </a:t>
            </a:r>
            <a:r>
              <a:rPr lang="ca-ES" altLang="ca-ES" sz="1600" b="1" dirty="0">
                <a:solidFill>
                  <a:srgbClr val="404040"/>
                </a:solidFill>
                <a:latin typeface="Verdana" panose="020B0604030504040204" pitchFamily="34" charset="0"/>
              </a:rPr>
              <a:t>ERP</a:t>
            </a:r>
            <a:r>
              <a:rPr lang="ca-ES" altLang="ca-ES" sz="1600" dirty="0">
                <a:solidFill>
                  <a:srgbClr val="404040"/>
                </a:solidFill>
                <a:latin typeface="Verdana" panose="020B0604030504040204" pitchFamily="34" charset="0"/>
              </a:rPr>
              <a:t> estàndard i modern, en constant evolució tecnològica i am</a:t>
            </a:r>
            <a:r>
              <a:rPr lang="ca-ES" altLang="ca-ES" sz="1600" dirty="0">
                <a:latin typeface="Verdana" panose="020B0604030504040204" pitchFamily="34" charset="0"/>
              </a:rPr>
              <a:t>b una alta implantació en empreses de mida petita i mitjana</a:t>
            </a:r>
            <a:endParaRPr lang="ca-ES" altLang="ca-ES" sz="1600" dirty="0">
              <a:solidFill>
                <a:srgbClr val="404040"/>
              </a:solidFill>
              <a:latin typeface="Verdana" panose="020B0604030504040204" pitchFamily="34" charset="0"/>
            </a:endParaRPr>
          </a:p>
          <a:p>
            <a:pPr algn="just"/>
            <a:endParaRPr lang="ca-ES" altLang="ca-ES" sz="1600" dirty="0">
              <a:solidFill>
                <a:srgbClr val="404040"/>
              </a:solidFill>
              <a:latin typeface="Verdana" panose="020B0604030504040204" pitchFamily="34" charset="0"/>
            </a:endParaRPr>
          </a:p>
        </p:txBody>
      </p:sp>
      <p:sp>
        <p:nvSpPr>
          <p:cNvPr id="9" name="CuadroTexto 8">
            <a:extLst>
              <a:ext uri="{FF2B5EF4-FFF2-40B4-BE49-F238E27FC236}">
                <a16:creationId xmlns:a16="http://schemas.microsoft.com/office/drawing/2014/main" id="{43BCC1C6-56F3-40E5-B3D0-CDFCDFAD8D31}"/>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10" name="Imagen 9">
            <a:extLst>
              <a:ext uri="{FF2B5EF4-FFF2-40B4-BE49-F238E27FC236}">
                <a16:creationId xmlns:a16="http://schemas.microsoft.com/office/drawing/2014/main" id="{D6DC16BD-01D2-4C47-B2D0-1F703D2AD92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11" name="object 5">
            <a:extLst>
              <a:ext uri="{FF2B5EF4-FFF2-40B4-BE49-F238E27FC236}">
                <a16:creationId xmlns:a16="http://schemas.microsoft.com/office/drawing/2014/main" id="{855AF208-8E9E-4487-9525-012857A86100}"/>
              </a:ext>
            </a:extLst>
          </p:cNvPr>
          <p:cNvSpPr/>
          <p:nvPr/>
        </p:nvSpPr>
        <p:spPr>
          <a:xfrm>
            <a:off x="540004"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E32717"/>
          </a:solidFill>
        </p:spPr>
        <p:txBody>
          <a:bodyPr wrap="square" lIns="0" tIns="0" rIns="0" bIns="0" rtlCol="0"/>
          <a:lstStyle/>
          <a:p>
            <a:endParaRPr lang="ca-ES"/>
          </a:p>
        </p:txBody>
      </p:sp>
      <p:sp>
        <p:nvSpPr>
          <p:cNvPr id="13" name="CuadroTexto 12">
            <a:extLst>
              <a:ext uri="{FF2B5EF4-FFF2-40B4-BE49-F238E27FC236}">
                <a16:creationId xmlns:a16="http://schemas.microsoft.com/office/drawing/2014/main" id="{9DD764F3-E407-424B-A3C1-9F96DAD3561C}"/>
              </a:ext>
            </a:extLst>
          </p:cNvPr>
          <p:cNvSpPr txBox="1"/>
          <p:nvPr/>
        </p:nvSpPr>
        <p:spPr>
          <a:xfrm>
            <a:off x="562700" y="1015913"/>
            <a:ext cx="1441029" cy="307777"/>
          </a:xfrm>
          <a:prstGeom prst="rect">
            <a:avLst/>
          </a:prstGeom>
          <a:noFill/>
        </p:spPr>
        <p:txBody>
          <a:bodyPr wrap="square" rtlCol="0">
            <a:spAutoFit/>
          </a:bodyPr>
          <a:lstStyle/>
          <a:p>
            <a:pPr marL="12700">
              <a:lnSpc>
                <a:spcPct val="100000"/>
              </a:lnSpc>
              <a:spcBef>
                <a:spcPts val="434"/>
              </a:spcBef>
            </a:pPr>
            <a:r>
              <a:rPr lang="ca-ES" sz="1400">
                <a:solidFill>
                  <a:srgbClr val="FFFFFF"/>
                </a:solidFill>
                <a:latin typeface="Open Sans" panose="020B0606030504020204" pitchFamily="34" charset="0"/>
                <a:ea typeface="Open Sans" panose="020B0606030504020204" pitchFamily="34" charset="0"/>
                <a:cs typeface="Open Sans" panose="020B0606030504020204" pitchFamily="34" charset="0"/>
              </a:rPr>
              <a:t>Introducció</a:t>
            </a:r>
            <a:endParaRPr lang="ca-ES" sz="1400">
              <a:latin typeface="Open Sans" panose="020B0606030504020204" pitchFamily="34" charset="0"/>
              <a:ea typeface="Open Sans" panose="020B0606030504020204" pitchFamily="34" charset="0"/>
              <a:cs typeface="Open Sans" panose="020B0606030504020204" pitchFamily="34" charset="0"/>
            </a:endParaRPr>
          </a:p>
        </p:txBody>
      </p:sp>
      <p:sp>
        <p:nvSpPr>
          <p:cNvPr id="14" name="CuadroTexto 13">
            <a:extLst>
              <a:ext uri="{FF2B5EF4-FFF2-40B4-BE49-F238E27FC236}">
                <a16:creationId xmlns:a16="http://schemas.microsoft.com/office/drawing/2014/main" id="{ED56A402-BBF0-425F-99C2-EF0382E629F0}"/>
              </a:ext>
            </a:extLst>
          </p:cNvPr>
          <p:cNvSpPr txBox="1"/>
          <p:nvPr/>
        </p:nvSpPr>
        <p:spPr>
          <a:xfrm>
            <a:off x="585757" y="520803"/>
            <a:ext cx="914400" cy="738664"/>
          </a:xfrm>
          <a:prstGeom prst="rect">
            <a:avLst/>
          </a:prstGeom>
          <a:noFill/>
        </p:spPr>
        <p:txBody>
          <a:bodyPr wrap="square" rtlCol="0">
            <a:spAutoFit/>
          </a:bodyPr>
          <a:lstStyle/>
          <a:p>
            <a:r>
              <a:rPr lang="ca-ES" sz="24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p>
          <a:p>
            <a:endParaRPr lang="ca-ES"/>
          </a:p>
        </p:txBody>
      </p:sp>
      <p:sp>
        <p:nvSpPr>
          <p:cNvPr id="21" name="Título 1">
            <a:extLst>
              <a:ext uri="{FF2B5EF4-FFF2-40B4-BE49-F238E27FC236}">
                <a16:creationId xmlns:a16="http://schemas.microsoft.com/office/drawing/2014/main" id="{C4C67A14-152B-4934-8CC1-65FC34162413}"/>
              </a:ext>
            </a:extLst>
          </p:cNvPr>
          <p:cNvSpPr>
            <a:spLocks noGrp="1" noChangeArrowheads="1"/>
          </p:cNvSpPr>
          <p:nvPr>
            <p:ph type="title"/>
          </p:nvPr>
        </p:nvSpPr>
        <p:spPr>
          <a:xfrm>
            <a:off x="2257424" y="609600"/>
            <a:ext cx="639127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Antecedents del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projecte</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object 8">
            <a:extLst>
              <a:ext uri="{FF2B5EF4-FFF2-40B4-BE49-F238E27FC236}">
                <a16:creationId xmlns:a16="http://schemas.microsoft.com/office/drawing/2014/main" id="{E7E5A13B-D5EA-329A-9580-9F9370A31679}"/>
              </a:ext>
            </a:extLst>
          </p:cNvPr>
          <p:cNvSpPr/>
          <p:nvPr/>
        </p:nvSpPr>
        <p:spPr>
          <a:xfrm>
            <a:off x="9782852" y="520803"/>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3" name="object 9">
            <a:extLst>
              <a:ext uri="{FF2B5EF4-FFF2-40B4-BE49-F238E27FC236}">
                <a16:creationId xmlns:a16="http://schemas.microsoft.com/office/drawing/2014/main" id="{D127713E-8164-D5E0-BDD8-5A5416D076DF}"/>
              </a:ext>
            </a:extLst>
          </p:cNvPr>
          <p:cNvSpPr/>
          <p:nvPr/>
        </p:nvSpPr>
        <p:spPr>
          <a:xfrm>
            <a:off x="10067104" y="520803"/>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F9818FD6-4005-BFBC-8AC5-D470DC10E784}"/>
              </a:ext>
            </a:extLst>
          </p:cNvPr>
          <p:cNvPicPr>
            <a:picLocks noChangeAspect="1"/>
          </p:cNvPicPr>
          <p:nvPr/>
        </p:nvPicPr>
        <p:blipFill rotWithShape="1">
          <a:blip r:embed="rId2"/>
          <a:srcRect r="52389"/>
          <a:stretch/>
        </p:blipFill>
        <p:spPr>
          <a:xfrm>
            <a:off x="9782852" y="917247"/>
            <a:ext cx="2157603" cy="5779851"/>
          </a:xfrm>
          <a:prstGeom prst="rect">
            <a:avLst/>
          </a:prstGeom>
        </p:spPr>
      </p:pic>
      <p:sp>
        <p:nvSpPr>
          <p:cNvPr id="9" name="CuadroTexto 8">
            <a:extLst>
              <a:ext uri="{FF2B5EF4-FFF2-40B4-BE49-F238E27FC236}">
                <a16:creationId xmlns:a16="http://schemas.microsoft.com/office/drawing/2014/main" id="{43BCC1C6-56F3-40E5-B3D0-CDFCDFAD8D31}"/>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10" name="Imagen 9">
            <a:extLst>
              <a:ext uri="{FF2B5EF4-FFF2-40B4-BE49-F238E27FC236}">
                <a16:creationId xmlns:a16="http://schemas.microsoft.com/office/drawing/2014/main" id="{D6DC16BD-01D2-4C47-B2D0-1F703D2AD92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11" name="object 5">
            <a:extLst>
              <a:ext uri="{FF2B5EF4-FFF2-40B4-BE49-F238E27FC236}">
                <a16:creationId xmlns:a16="http://schemas.microsoft.com/office/drawing/2014/main" id="{855AF208-8E9E-4487-9525-012857A86100}"/>
              </a:ext>
            </a:extLst>
          </p:cNvPr>
          <p:cNvSpPr/>
          <p:nvPr/>
        </p:nvSpPr>
        <p:spPr>
          <a:xfrm>
            <a:off x="540004"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E32717"/>
          </a:solidFill>
        </p:spPr>
        <p:txBody>
          <a:bodyPr wrap="square" lIns="0" tIns="0" rIns="0" bIns="0" rtlCol="0"/>
          <a:lstStyle/>
          <a:p>
            <a:endParaRPr lang="ca-ES"/>
          </a:p>
        </p:txBody>
      </p:sp>
      <p:sp>
        <p:nvSpPr>
          <p:cNvPr id="13" name="CuadroTexto 12">
            <a:extLst>
              <a:ext uri="{FF2B5EF4-FFF2-40B4-BE49-F238E27FC236}">
                <a16:creationId xmlns:a16="http://schemas.microsoft.com/office/drawing/2014/main" id="{9DD764F3-E407-424B-A3C1-9F96DAD3561C}"/>
              </a:ext>
            </a:extLst>
          </p:cNvPr>
          <p:cNvSpPr txBox="1"/>
          <p:nvPr/>
        </p:nvSpPr>
        <p:spPr>
          <a:xfrm>
            <a:off x="562700" y="1015913"/>
            <a:ext cx="1441029" cy="307777"/>
          </a:xfrm>
          <a:prstGeom prst="rect">
            <a:avLst/>
          </a:prstGeom>
          <a:noFill/>
        </p:spPr>
        <p:txBody>
          <a:bodyPr wrap="square" rtlCol="0">
            <a:spAutoFit/>
          </a:bodyPr>
          <a:lstStyle/>
          <a:p>
            <a:pPr marL="12700">
              <a:lnSpc>
                <a:spcPct val="100000"/>
              </a:lnSpc>
              <a:spcBef>
                <a:spcPts val="434"/>
              </a:spcBef>
            </a:pPr>
            <a:r>
              <a:rPr lang="ca-ES" sz="1400">
                <a:solidFill>
                  <a:srgbClr val="FFFFFF"/>
                </a:solidFill>
                <a:latin typeface="Open Sans" panose="020B0606030504020204" pitchFamily="34" charset="0"/>
                <a:ea typeface="Open Sans" panose="020B0606030504020204" pitchFamily="34" charset="0"/>
                <a:cs typeface="Open Sans" panose="020B0606030504020204" pitchFamily="34" charset="0"/>
              </a:rPr>
              <a:t>Introducció</a:t>
            </a:r>
            <a:endParaRPr lang="ca-ES" sz="1400">
              <a:latin typeface="Open Sans" panose="020B0606030504020204" pitchFamily="34" charset="0"/>
              <a:ea typeface="Open Sans" panose="020B0606030504020204" pitchFamily="34" charset="0"/>
              <a:cs typeface="Open Sans" panose="020B0606030504020204" pitchFamily="34" charset="0"/>
            </a:endParaRPr>
          </a:p>
        </p:txBody>
      </p:sp>
      <p:sp>
        <p:nvSpPr>
          <p:cNvPr id="14" name="CuadroTexto 13">
            <a:extLst>
              <a:ext uri="{FF2B5EF4-FFF2-40B4-BE49-F238E27FC236}">
                <a16:creationId xmlns:a16="http://schemas.microsoft.com/office/drawing/2014/main" id="{ED56A402-BBF0-425F-99C2-EF0382E629F0}"/>
              </a:ext>
            </a:extLst>
          </p:cNvPr>
          <p:cNvSpPr txBox="1"/>
          <p:nvPr/>
        </p:nvSpPr>
        <p:spPr>
          <a:xfrm>
            <a:off x="585757" y="520803"/>
            <a:ext cx="914400" cy="738664"/>
          </a:xfrm>
          <a:prstGeom prst="rect">
            <a:avLst/>
          </a:prstGeom>
          <a:noFill/>
        </p:spPr>
        <p:txBody>
          <a:bodyPr wrap="square" rtlCol="0">
            <a:spAutoFit/>
          </a:bodyPr>
          <a:lstStyle/>
          <a:p>
            <a:r>
              <a:rPr lang="ca-ES" sz="24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p>
          <a:p>
            <a:endParaRPr lang="ca-ES"/>
          </a:p>
        </p:txBody>
      </p:sp>
      <p:sp>
        <p:nvSpPr>
          <p:cNvPr id="2" name="Marcador de contenido 3">
            <a:extLst>
              <a:ext uri="{FF2B5EF4-FFF2-40B4-BE49-F238E27FC236}">
                <a16:creationId xmlns:a16="http://schemas.microsoft.com/office/drawing/2014/main" id="{7DE45B3E-3D8F-8555-4A40-460FCA88908E}"/>
              </a:ext>
            </a:extLst>
          </p:cNvPr>
          <p:cNvSpPr txBox="1">
            <a:spLocks/>
          </p:cNvSpPr>
          <p:nvPr/>
        </p:nvSpPr>
        <p:spPr>
          <a:xfrm>
            <a:off x="634690" y="1984399"/>
            <a:ext cx="8429797" cy="3886563"/>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ca-ES" altLang="ca-ES" sz="1600" b="1" dirty="0">
                <a:solidFill>
                  <a:srgbClr val="404040"/>
                </a:solidFill>
                <a:latin typeface="Verdana" panose="020B0604030504040204" pitchFamily="34" charset="0"/>
              </a:rPr>
              <a:t>Auren</a:t>
            </a:r>
            <a:r>
              <a:rPr lang="ca-ES" altLang="ca-ES" sz="1600" dirty="0">
                <a:solidFill>
                  <a:srgbClr val="404040"/>
                </a:solidFill>
                <a:latin typeface="Verdana" panose="020B0604030504040204" pitchFamily="34" charset="0"/>
              </a:rPr>
              <a:t> ha avaluat diverses tecnologies i fabricants d’</a:t>
            </a:r>
            <a:r>
              <a:rPr lang="ca-ES" altLang="ca-ES" sz="1600" b="1" dirty="0">
                <a:solidFill>
                  <a:srgbClr val="404040"/>
                </a:solidFill>
                <a:latin typeface="Verdana" panose="020B0604030504040204" pitchFamily="34" charset="0"/>
              </a:rPr>
              <a:t>ERP</a:t>
            </a:r>
            <a:r>
              <a:rPr lang="ca-ES" altLang="ca-ES" sz="1600" dirty="0">
                <a:solidFill>
                  <a:srgbClr val="404040"/>
                </a:solidFill>
                <a:latin typeface="Verdana" panose="020B0604030504040204" pitchFamily="34" charset="0"/>
              </a:rPr>
              <a:t>, decantant-se per la solució </a:t>
            </a:r>
            <a:r>
              <a:rPr lang="ca-ES" altLang="ca-ES" sz="1600" b="1" dirty="0" err="1">
                <a:solidFill>
                  <a:srgbClr val="404040"/>
                </a:solidFill>
                <a:latin typeface="Verdana" panose="020B0604030504040204" pitchFamily="34" charset="0"/>
              </a:rPr>
              <a:t>Odoo</a:t>
            </a:r>
            <a:r>
              <a:rPr lang="ca-ES" altLang="ca-ES" sz="1600" dirty="0">
                <a:latin typeface="Verdana" panose="020B0604030504040204" pitchFamily="34" charset="0"/>
              </a:rPr>
              <a:t>, que ens aporta els següents avantatges:</a:t>
            </a:r>
          </a:p>
          <a:p>
            <a:pPr algn="just"/>
            <a:endParaRPr lang="ca-ES" altLang="ca-ES" sz="1600" dirty="0">
              <a:solidFill>
                <a:srgbClr val="404040"/>
              </a:solidFill>
              <a:latin typeface="Verdana" panose="020B0604030504040204" pitchFamily="34" charset="0"/>
            </a:endParaRP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r>
              <a:rPr lang="ca-ES" altLang="ca-ES" sz="1600" kern="1200" dirty="0">
                <a:latin typeface="Verdana" panose="020B0604030504040204" pitchFamily="34" charset="0"/>
              </a:rPr>
              <a:t>Desenvolupament web natiu</a:t>
            </a: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endParaRPr lang="ca-ES" altLang="ca-ES" sz="1600" kern="1200" dirty="0">
              <a:latin typeface="Verdana" panose="020B0604030504040204" pitchFamily="34" charset="0"/>
            </a:endParaRP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r>
              <a:rPr lang="ca-ES" altLang="ca-ES" sz="1600" kern="1200" dirty="0">
                <a:latin typeface="Verdana" panose="020B0604030504040204" pitchFamily="34" charset="0"/>
              </a:rPr>
              <a:t>Agradable a l’usuari, intuïtiu, fàcil d’usar</a:t>
            </a: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endParaRPr lang="ca-ES" altLang="ca-ES" sz="1600" dirty="0">
              <a:latin typeface="Verdana" panose="020B0604030504040204" pitchFamily="34" charset="0"/>
            </a:endParaRP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r>
              <a:rPr lang="ca-ES" altLang="ca-ES" sz="1600" kern="1200" dirty="0">
                <a:latin typeface="Verdana" panose="020B0604030504040204" pitchFamily="34" charset="0"/>
              </a:rPr>
              <a:t>Àmplia funcionalitat, diverses aplicacions integrades: ecosistema</a:t>
            </a: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endParaRPr lang="ca-ES" altLang="ca-ES" sz="1600" kern="1200" dirty="0">
              <a:latin typeface="Verdana" panose="020B0604030504040204" pitchFamily="34" charset="0"/>
            </a:endParaRP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r>
              <a:rPr lang="ca-ES" altLang="ca-ES" sz="1600" kern="1200" dirty="0">
                <a:latin typeface="Verdana" panose="020B0604030504040204" pitchFamily="34" charset="0"/>
              </a:rPr>
              <a:t>Costos de llicència reduïts</a:t>
            </a: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endParaRPr lang="ca-ES" altLang="ca-ES" sz="1600" kern="1200" dirty="0">
              <a:latin typeface="Verdana" panose="020B0604030504040204" pitchFamily="34" charset="0"/>
            </a:endParaRP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r>
              <a:rPr lang="ca-ES" altLang="ca-ES" sz="1600" kern="1200" dirty="0">
                <a:latin typeface="Verdana" panose="020B0604030504040204" pitchFamily="34" charset="0"/>
              </a:rPr>
              <a:t>Costos d’allotjament molt reduïts, especialment davant altres alternatives tradicionals que requereixen d’infraestructures costoses</a:t>
            </a: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endParaRPr lang="ca-ES" altLang="ca-ES" sz="1600" kern="1200" dirty="0">
              <a:latin typeface="Verdana" panose="020B0604030504040204" pitchFamily="34" charset="0"/>
            </a:endParaRPr>
          </a:p>
          <a:p>
            <a:pPr marL="342900" indent="-342900" algn="just" defTabSz="457200" rtl="0" eaLnBrk="0" fontAlgn="base" hangingPunct="0">
              <a:spcBef>
                <a:spcPct val="0"/>
              </a:spcBef>
              <a:spcAft>
                <a:spcPct val="0"/>
              </a:spcAft>
              <a:buClr>
                <a:srgbClr val="C00000"/>
              </a:buClr>
              <a:buFont typeface="Arial" panose="020B0604020202020204" pitchFamily="34" charset="0"/>
              <a:buChar char="•"/>
            </a:pPr>
            <a:r>
              <a:rPr lang="ca-ES" altLang="ca-ES" sz="1600" kern="1200" dirty="0">
                <a:latin typeface="Verdana" panose="020B0604030504040204" pitchFamily="34" charset="0"/>
              </a:rPr>
              <a:t>Filosofia de codi obert, utilitzant la tecnologia actual més habitual:</a:t>
            </a:r>
          </a:p>
          <a:p>
            <a:pPr marL="800100" lvl="2" indent="-342900" algn="just" defTabSz="457200" rtl="0" eaLnBrk="0" fontAlgn="base" hangingPunct="0">
              <a:spcBef>
                <a:spcPct val="0"/>
              </a:spcBef>
              <a:spcAft>
                <a:spcPct val="0"/>
              </a:spcAft>
              <a:buClr>
                <a:srgbClr val="C00000"/>
              </a:buClr>
              <a:buFont typeface="Arial" panose="020B0604020202020204" pitchFamily="34" charset="0"/>
              <a:buChar char="•"/>
            </a:pPr>
            <a:r>
              <a:rPr lang="ca-ES" altLang="ca-ES" sz="1600" kern="1200" dirty="0">
                <a:solidFill>
                  <a:srgbClr val="404040"/>
                </a:solidFill>
                <a:latin typeface="Verdana" panose="020B0604030504040204" pitchFamily="34" charset="0"/>
              </a:rPr>
              <a:t>Facilitat de manteniment i evolució</a:t>
            </a:r>
          </a:p>
          <a:p>
            <a:pPr marL="800100" lvl="2" indent="-342900" algn="just" defTabSz="457200" rtl="0" eaLnBrk="0" fontAlgn="base" hangingPunct="0">
              <a:spcBef>
                <a:spcPct val="0"/>
              </a:spcBef>
              <a:spcAft>
                <a:spcPct val="0"/>
              </a:spcAft>
              <a:buClr>
                <a:srgbClr val="C00000"/>
              </a:buClr>
              <a:buFont typeface="Arial" panose="020B0604020202020204" pitchFamily="34" charset="0"/>
              <a:buChar char="•"/>
            </a:pPr>
            <a:r>
              <a:rPr lang="ca-ES" altLang="ca-ES" sz="1600" kern="1200" dirty="0">
                <a:solidFill>
                  <a:srgbClr val="404040"/>
                </a:solidFill>
                <a:latin typeface="Verdana" panose="020B0604030504040204" pitchFamily="34" charset="0"/>
              </a:rPr>
              <a:t>Facilitat de personalització, podem adaptar funcionalitat pròpia </a:t>
            </a:r>
            <a:r>
              <a:rPr lang="ca-ES" altLang="ca-ES" sz="1600" kern="1200" dirty="0" err="1">
                <a:solidFill>
                  <a:srgbClr val="404040"/>
                </a:solidFill>
                <a:latin typeface="Verdana" panose="020B0604030504040204" pitchFamily="34" charset="0"/>
              </a:rPr>
              <a:t>d’XSinfo</a:t>
            </a:r>
            <a:endParaRPr lang="ca-ES" altLang="ca-ES" sz="1600" kern="1200" dirty="0">
              <a:solidFill>
                <a:srgbClr val="404040"/>
              </a:solidFill>
              <a:latin typeface="Verdana" panose="020B0604030504040204" pitchFamily="34" charset="0"/>
            </a:endParaRPr>
          </a:p>
          <a:p>
            <a:pPr marL="800100" lvl="2" indent="-342900" algn="just" defTabSz="457200" rtl="0" eaLnBrk="0" fontAlgn="base" hangingPunct="0">
              <a:spcBef>
                <a:spcPct val="0"/>
              </a:spcBef>
              <a:spcAft>
                <a:spcPct val="0"/>
              </a:spcAft>
              <a:buClr>
                <a:srgbClr val="C00000"/>
              </a:buClr>
              <a:buFont typeface="Arial" panose="020B0604020202020204" pitchFamily="34" charset="0"/>
              <a:buChar char="•"/>
            </a:pPr>
            <a:r>
              <a:rPr lang="ca-ES" altLang="ca-ES" sz="1600" kern="1200" dirty="0">
                <a:solidFill>
                  <a:srgbClr val="404040"/>
                </a:solidFill>
                <a:latin typeface="Verdana" panose="020B0604030504040204" pitchFamily="34" charset="0"/>
              </a:rPr>
              <a:t>Facilitat de disponibilitat de tècnics i programadors</a:t>
            </a:r>
            <a:endParaRPr lang="ca-ES" altLang="ca-ES" sz="1600" kern="0" dirty="0">
              <a:solidFill>
                <a:srgbClr val="404040"/>
              </a:solidFill>
              <a:latin typeface="Verdana" panose="020B0604030504040204" pitchFamily="34" charset="0"/>
            </a:endParaRPr>
          </a:p>
        </p:txBody>
      </p:sp>
      <p:sp>
        <p:nvSpPr>
          <p:cNvPr id="18" name="Título 1">
            <a:extLst>
              <a:ext uri="{FF2B5EF4-FFF2-40B4-BE49-F238E27FC236}">
                <a16:creationId xmlns:a16="http://schemas.microsoft.com/office/drawing/2014/main" id="{F3C7A766-0A8F-ACBB-C921-FCF692306C2F}"/>
              </a:ext>
            </a:extLst>
          </p:cNvPr>
          <p:cNvSpPr>
            <a:spLocks noGrp="1" noChangeArrowheads="1"/>
          </p:cNvSpPr>
          <p:nvPr>
            <p:ph type="title"/>
          </p:nvPr>
        </p:nvSpPr>
        <p:spPr>
          <a:xfrm>
            <a:off x="2257424" y="609600"/>
            <a:ext cx="639127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Perquè </a:t>
            </a:r>
            <a:r>
              <a:rPr lang="ca-ES" altLang="es-ES" sz="2800" kern="1200" spc="-20" dirty="0" err="1">
                <a:solidFill>
                  <a:srgbClr val="C00000"/>
                </a:solidFill>
                <a:latin typeface="Open Sans" panose="020B0606030504020204" pitchFamily="34" charset="0"/>
                <a:ea typeface="Open Sans" panose="020B0606030504020204" pitchFamily="34" charset="0"/>
                <a:cs typeface="Open Sans" panose="020B0606030504020204" pitchFamily="34" charset="0"/>
              </a:rPr>
              <a:t>Odoo</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object 8">
            <a:extLst>
              <a:ext uri="{FF2B5EF4-FFF2-40B4-BE49-F238E27FC236}">
                <a16:creationId xmlns:a16="http://schemas.microsoft.com/office/drawing/2014/main" id="{FD4FEB98-3B5B-B7F8-92B8-4AC03F6324CD}"/>
              </a:ext>
            </a:extLst>
          </p:cNvPr>
          <p:cNvSpPr/>
          <p:nvPr/>
        </p:nvSpPr>
        <p:spPr>
          <a:xfrm>
            <a:off x="9782852" y="520803"/>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20" name="object 9">
            <a:extLst>
              <a:ext uri="{FF2B5EF4-FFF2-40B4-BE49-F238E27FC236}">
                <a16:creationId xmlns:a16="http://schemas.microsoft.com/office/drawing/2014/main" id="{375D0C27-CB9A-20B6-5990-874D8A652849}"/>
              </a:ext>
            </a:extLst>
          </p:cNvPr>
          <p:cNvSpPr/>
          <p:nvPr/>
        </p:nvSpPr>
        <p:spPr>
          <a:xfrm>
            <a:off x="10067104" y="520803"/>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4476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3BCC1C6-56F3-40E5-B3D0-CDFCDFAD8D31}"/>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10" name="Imagen 9">
            <a:extLst>
              <a:ext uri="{FF2B5EF4-FFF2-40B4-BE49-F238E27FC236}">
                <a16:creationId xmlns:a16="http://schemas.microsoft.com/office/drawing/2014/main" id="{D6DC16BD-01D2-4C47-B2D0-1F703D2AD92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15" name="object 8">
            <a:extLst>
              <a:ext uri="{FF2B5EF4-FFF2-40B4-BE49-F238E27FC236}">
                <a16:creationId xmlns:a16="http://schemas.microsoft.com/office/drawing/2014/main" id="{9F5E6CEC-C4BD-4D52-803F-B05D1F599BD7}"/>
              </a:ext>
            </a:extLst>
          </p:cNvPr>
          <p:cNvSpPr/>
          <p:nvPr/>
        </p:nvSpPr>
        <p:spPr>
          <a:xfrm>
            <a:off x="9544823" y="835573"/>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16" name="object 9">
            <a:extLst>
              <a:ext uri="{FF2B5EF4-FFF2-40B4-BE49-F238E27FC236}">
                <a16:creationId xmlns:a16="http://schemas.microsoft.com/office/drawing/2014/main" id="{8FBABAE7-5192-4885-ACE2-D0EA3A6C5873}"/>
              </a:ext>
            </a:extLst>
          </p:cNvPr>
          <p:cNvSpPr/>
          <p:nvPr/>
        </p:nvSpPr>
        <p:spPr>
          <a:xfrm>
            <a:off x="9829075" y="835573"/>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7" name="Título 1">
            <a:extLst>
              <a:ext uri="{FF2B5EF4-FFF2-40B4-BE49-F238E27FC236}">
                <a16:creationId xmlns:a16="http://schemas.microsoft.com/office/drawing/2014/main" id="{FA96E657-0BD5-7F2E-9577-D4A02E113F21}"/>
              </a:ext>
            </a:extLst>
          </p:cNvPr>
          <p:cNvSpPr>
            <a:spLocks noGrp="1" noChangeArrowheads="1"/>
          </p:cNvSpPr>
          <p:nvPr>
            <p:ph type="title"/>
          </p:nvPr>
        </p:nvSpPr>
        <p:spPr>
          <a:xfrm>
            <a:off x="2257424" y="609600"/>
            <a:ext cx="639127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Pla de projectes i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prioritats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7" name="Diagrama 16">
            <a:extLst>
              <a:ext uri="{FF2B5EF4-FFF2-40B4-BE49-F238E27FC236}">
                <a16:creationId xmlns:a16="http://schemas.microsoft.com/office/drawing/2014/main" id="{3A8A2E84-3903-DECF-BF0C-19BFD5B0B04A}"/>
              </a:ext>
            </a:extLst>
          </p:cNvPr>
          <p:cNvGraphicFramePr/>
          <p:nvPr/>
        </p:nvGraphicFramePr>
        <p:xfrm>
          <a:off x="578104" y="1852697"/>
          <a:ext cx="8044688" cy="48506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 name="3 CuadroTexto">
            <a:extLst>
              <a:ext uri="{FF2B5EF4-FFF2-40B4-BE49-F238E27FC236}">
                <a16:creationId xmlns:a16="http://schemas.microsoft.com/office/drawing/2014/main" id="{434E9549-D084-DBB9-0933-E59CE2949FEE}"/>
              </a:ext>
            </a:extLst>
          </p:cNvPr>
          <p:cNvSpPr txBox="1">
            <a:spLocks noChangeArrowheads="1"/>
          </p:cNvSpPr>
          <p:nvPr/>
        </p:nvSpPr>
        <p:spPr bwMode="auto">
          <a:xfrm>
            <a:off x="9097823" y="2723128"/>
            <a:ext cx="2516073" cy="1733808"/>
          </a:xfrm>
          <a:prstGeom prst="rect">
            <a:avLst/>
          </a:prstGeom>
          <a:solidFill>
            <a:schemeClr val="bg1">
              <a:lumMod val="95000"/>
            </a:schemeClr>
          </a:solidFill>
          <a:ln>
            <a:solidFill>
              <a:srgbClr val="C00000"/>
            </a:solid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ts val="500"/>
              </a:spcBef>
              <a:spcAft>
                <a:spcPts val="500"/>
              </a:spcAft>
            </a:pPr>
            <a:r>
              <a:rPr lang="ca-ES" altLang="ca-ES" b="1" dirty="0">
                <a:latin typeface="+mn-lt"/>
                <a:cs typeface="+mn-cs"/>
              </a:rPr>
              <a:t>DATES OBJECTIU</a:t>
            </a:r>
            <a:endParaRPr lang="ca-ES" altLang="ca-ES" dirty="0">
              <a:latin typeface="+mn-lt"/>
              <a:cs typeface="+mn-cs"/>
            </a:endParaRPr>
          </a:p>
          <a:p>
            <a:pPr algn="ctr">
              <a:spcBef>
                <a:spcPts val="500"/>
              </a:spcBef>
              <a:spcAft>
                <a:spcPts val="500"/>
              </a:spcAft>
            </a:pPr>
            <a:r>
              <a:rPr lang="ca-ES" altLang="ca-ES" dirty="0">
                <a:latin typeface="+mn-lt"/>
                <a:cs typeface="+mn-cs"/>
              </a:rPr>
              <a:t>Fi de vida </a:t>
            </a:r>
            <a:r>
              <a:rPr lang="ca-ES" altLang="ca-ES" dirty="0" err="1">
                <a:latin typeface="+mn-lt"/>
                <a:cs typeface="+mn-cs"/>
              </a:rPr>
              <a:t>aStore</a:t>
            </a:r>
            <a:r>
              <a:rPr lang="ca-ES" altLang="ca-ES" dirty="0">
                <a:latin typeface="+mn-lt"/>
                <a:cs typeface="+mn-cs"/>
              </a:rPr>
              <a:t> a gener de 2024</a:t>
            </a:r>
          </a:p>
          <a:p>
            <a:pPr algn="ctr">
              <a:spcBef>
                <a:spcPts val="500"/>
              </a:spcBef>
              <a:spcAft>
                <a:spcPts val="500"/>
              </a:spcAft>
            </a:pPr>
            <a:r>
              <a:rPr lang="ca-ES" altLang="ca-ES" dirty="0">
                <a:latin typeface="+mn-lt"/>
                <a:cs typeface="+mn-cs"/>
              </a:rPr>
              <a:t>Fi de vida </a:t>
            </a:r>
            <a:r>
              <a:rPr lang="ca-ES" altLang="ca-ES" dirty="0" err="1">
                <a:latin typeface="+mn-lt"/>
                <a:cs typeface="+mn-cs"/>
              </a:rPr>
              <a:t>XSinfo</a:t>
            </a:r>
            <a:r>
              <a:rPr lang="ca-ES" altLang="ca-ES" dirty="0">
                <a:latin typeface="+mn-lt"/>
                <a:cs typeface="+mn-cs"/>
              </a:rPr>
              <a:t> a agost de 2024</a:t>
            </a:r>
          </a:p>
        </p:txBody>
      </p:sp>
      <p:sp>
        <p:nvSpPr>
          <p:cNvPr id="2" name="object 5">
            <a:extLst>
              <a:ext uri="{FF2B5EF4-FFF2-40B4-BE49-F238E27FC236}">
                <a16:creationId xmlns:a16="http://schemas.microsoft.com/office/drawing/2014/main" id="{5DE17567-EE6F-A6A9-FE7F-7D60C02C9569}"/>
              </a:ext>
            </a:extLst>
          </p:cNvPr>
          <p:cNvSpPr/>
          <p:nvPr/>
        </p:nvSpPr>
        <p:spPr>
          <a:xfrm>
            <a:off x="509609" y="533400"/>
            <a:ext cx="1593215" cy="1215896"/>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59595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FEC23845-4C20-B5C8-A3E0-160C99F7AFFD}"/>
              </a:ext>
            </a:extLst>
          </p:cNvPr>
          <p:cNvSpPr txBox="1"/>
          <p:nvPr/>
        </p:nvSpPr>
        <p:spPr>
          <a:xfrm>
            <a:off x="585757" y="520803"/>
            <a:ext cx="914400" cy="738664"/>
          </a:xfrm>
          <a:prstGeom prst="rect">
            <a:avLst/>
          </a:prstGeom>
          <a:noFill/>
        </p:spPr>
        <p:txBody>
          <a:bodyPr wrap="square" rtlCol="0">
            <a:spAutoFit/>
          </a:bodyPr>
          <a:lstStyle/>
          <a:p>
            <a:r>
              <a:rPr lang="ca-ES" sz="24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p>
          <a:p>
            <a:endParaRPr lang="ca-ES"/>
          </a:p>
        </p:txBody>
      </p:sp>
      <p:sp>
        <p:nvSpPr>
          <p:cNvPr id="4" name="CuadroTexto 3">
            <a:extLst>
              <a:ext uri="{FF2B5EF4-FFF2-40B4-BE49-F238E27FC236}">
                <a16:creationId xmlns:a16="http://schemas.microsoft.com/office/drawing/2014/main" id="{6E85AACA-42DE-EE91-9DF2-F429B0788C3F}"/>
              </a:ext>
            </a:extLst>
          </p:cNvPr>
          <p:cNvSpPr txBox="1"/>
          <p:nvPr/>
        </p:nvSpPr>
        <p:spPr>
          <a:xfrm>
            <a:off x="562700" y="1015913"/>
            <a:ext cx="1441029"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Calendari de Projectes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80291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3BCC1C6-56F3-40E5-B3D0-CDFCDFAD8D31}"/>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10" name="Imagen 9">
            <a:extLst>
              <a:ext uri="{FF2B5EF4-FFF2-40B4-BE49-F238E27FC236}">
                <a16:creationId xmlns:a16="http://schemas.microsoft.com/office/drawing/2014/main" id="{D6DC16BD-01D2-4C47-B2D0-1F703D2AD92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15" name="object 8">
            <a:extLst>
              <a:ext uri="{FF2B5EF4-FFF2-40B4-BE49-F238E27FC236}">
                <a16:creationId xmlns:a16="http://schemas.microsoft.com/office/drawing/2014/main" id="{9F5E6CEC-C4BD-4D52-803F-B05D1F599BD7}"/>
              </a:ext>
            </a:extLst>
          </p:cNvPr>
          <p:cNvSpPr/>
          <p:nvPr/>
        </p:nvSpPr>
        <p:spPr>
          <a:xfrm>
            <a:off x="9544823" y="835573"/>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16" name="object 9">
            <a:extLst>
              <a:ext uri="{FF2B5EF4-FFF2-40B4-BE49-F238E27FC236}">
                <a16:creationId xmlns:a16="http://schemas.microsoft.com/office/drawing/2014/main" id="{8FBABAE7-5192-4885-ACE2-D0EA3A6C5873}"/>
              </a:ext>
            </a:extLst>
          </p:cNvPr>
          <p:cNvSpPr/>
          <p:nvPr/>
        </p:nvSpPr>
        <p:spPr>
          <a:xfrm>
            <a:off x="9829075" y="835573"/>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7" name="Título 1">
            <a:extLst>
              <a:ext uri="{FF2B5EF4-FFF2-40B4-BE49-F238E27FC236}">
                <a16:creationId xmlns:a16="http://schemas.microsoft.com/office/drawing/2014/main" id="{FA96E657-0BD5-7F2E-9577-D4A02E113F21}"/>
              </a:ext>
            </a:extLst>
          </p:cNvPr>
          <p:cNvSpPr>
            <a:spLocks noGrp="1" noChangeArrowheads="1"/>
          </p:cNvSpPr>
          <p:nvPr>
            <p:ph type="title"/>
          </p:nvPr>
        </p:nvSpPr>
        <p:spPr>
          <a:xfrm>
            <a:off x="2257424" y="609600"/>
            <a:ext cx="639127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Full de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ruta</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3" name="Diagrama 2">
            <a:extLst>
              <a:ext uri="{FF2B5EF4-FFF2-40B4-BE49-F238E27FC236}">
                <a16:creationId xmlns:a16="http://schemas.microsoft.com/office/drawing/2014/main" id="{D26FDABC-0ED4-EDF0-FFEB-1A0696691A3A}"/>
              </a:ext>
            </a:extLst>
          </p:cNvPr>
          <p:cNvGraphicFramePr/>
          <p:nvPr>
            <p:extLst>
              <p:ext uri="{D42A27DB-BD31-4B8C-83A1-F6EECF244321}">
                <p14:modId xmlns:p14="http://schemas.microsoft.com/office/powerpoint/2010/main" val="2607620355"/>
              </p:ext>
            </p:extLst>
          </p:nvPr>
        </p:nvGraphicFramePr>
        <p:xfrm>
          <a:off x="604586" y="825649"/>
          <a:ext cx="1104741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CuadroTexto 1">
            <a:extLst>
              <a:ext uri="{FF2B5EF4-FFF2-40B4-BE49-F238E27FC236}">
                <a16:creationId xmlns:a16="http://schemas.microsoft.com/office/drawing/2014/main" id="{546B4CD5-373D-4049-75AC-549181BA3CA1}"/>
              </a:ext>
            </a:extLst>
          </p:cNvPr>
          <p:cNvSpPr txBox="1"/>
          <p:nvPr/>
        </p:nvSpPr>
        <p:spPr>
          <a:xfrm>
            <a:off x="759416" y="3583393"/>
            <a:ext cx="883403" cy="1200329"/>
          </a:xfrm>
          <a:prstGeom prst="rect">
            <a:avLst/>
          </a:prstGeom>
          <a:noFill/>
        </p:spPr>
        <p:txBody>
          <a:bodyPr wrap="square" rtlCol="0">
            <a:spAutoFit/>
          </a:bodyPr>
          <a:lstStyle/>
          <a:p>
            <a:r>
              <a:rPr lang="ca-ES" sz="7200" dirty="0">
                <a:solidFill>
                  <a:srgbClr val="00B050"/>
                </a:solidFill>
                <a:latin typeface="Wingdings 2" panose="05020102010507070707" pitchFamily="18" charset="2"/>
              </a:rPr>
              <a:t>P</a:t>
            </a:r>
            <a:endParaRPr lang="es-ES" sz="7200" dirty="0">
              <a:solidFill>
                <a:srgbClr val="00B050"/>
              </a:solidFill>
              <a:latin typeface="Wingdings 2" panose="05020102010507070707" pitchFamily="18" charset="2"/>
            </a:endParaRPr>
          </a:p>
        </p:txBody>
      </p:sp>
      <p:sp>
        <p:nvSpPr>
          <p:cNvPr id="5" name="CuadroTexto 4">
            <a:extLst>
              <a:ext uri="{FF2B5EF4-FFF2-40B4-BE49-F238E27FC236}">
                <a16:creationId xmlns:a16="http://schemas.microsoft.com/office/drawing/2014/main" id="{4B4C4233-C508-778F-798C-81DD3B0E3A51}"/>
              </a:ext>
            </a:extLst>
          </p:cNvPr>
          <p:cNvSpPr txBox="1"/>
          <p:nvPr/>
        </p:nvSpPr>
        <p:spPr>
          <a:xfrm>
            <a:off x="2988589" y="3583392"/>
            <a:ext cx="883403" cy="1200329"/>
          </a:xfrm>
          <a:prstGeom prst="rect">
            <a:avLst/>
          </a:prstGeom>
          <a:noFill/>
        </p:spPr>
        <p:txBody>
          <a:bodyPr wrap="square" rtlCol="0">
            <a:spAutoFit/>
          </a:bodyPr>
          <a:lstStyle/>
          <a:p>
            <a:r>
              <a:rPr lang="ca-ES" sz="7200" dirty="0">
                <a:solidFill>
                  <a:srgbClr val="00B050"/>
                </a:solidFill>
                <a:latin typeface="Wingdings 2" panose="05020102010507070707" pitchFamily="18" charset="2"/>
              </a:rPr>
              <a:t>P</a:t>
            </a:r>
            <a:endParaRPr lang="es-ES" sz="7200" dirty="0">
              <a:solidFill>
                <a:srgbClr val="00B050"/>
              </a:solidFill>
              <a:latin typeface="Wingdings 2" panose="05020102010507070707" pitchFamily="18" charset="2"/>
            </a:endParaRPr>
          </a:p>
        </p:txBody>
      </p:sp>
      <p:sp>
        <p:nvSpPr>
          <p:cNvPr id="6" name="Rectángulo 5">
            <a:extLst>
              <a:ext uri="{FF2B5EF4-FFF2-40B4-BE49-F238E27FC236}">
                <a16:creationId xmlns:a16="http://schemas.microsoft.com/office/drawing/2014/main" id="{2C506A48-FF07-52AD-D347-F90F42C0C415}"/>
              </a:ext>
            </a:extLst>
          </p:cNvPr>
          <p:cNvSpPr/>
          <p:nvPr/>
        </p:nvSpPr>
        <p:spPr>
          <a:xfrm>
            <a:off x="759416" y="4562195"/>
            <a:ext cx="1317989" cy="40011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s-ES" sz="2000" b="1" cap="none" spc="0" dirty="0">
                <a:ln/>
                <a:solidFill>
                  <a:srgbClr val="00B050"/>
                </a:solidFill>
                <a:effectLst/>
              </a:rPr>
              <a:t>Disponible</a:t>
            </a:r>
          </a:p>
        </p:txBody>
      </p:sp>
      <p:sp>
        <p:nvSpPr>
          <p:cNvPr id="8" name="Rectángulo 7">
            <a:extLst>
              <a:ext uri="{FF2B5EF4-FFF2-40B4-BE49-F238E27FC236}">
                <a16:creationId xmlns:a16="http://schemas.microsoft.com/office/drawing/2014/main" id="{2B6B71AE-C0CC-1865-9627-64569095CBBC}"/>
              </a:ext>
            </a:extLst>
          </p:cNvPr>
          <p:cNvSpPr/>
          <p:nvPr/>
        </p:nvSpPr>
        <p:spPr>
          <a:xfrm>
            <a:off x="2291715" y="4562195"/>
            <a:ext cx="2649443" cy="584775"/>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s-ES" sz="2000" b="1" cap="none" spc="0" dirty="0">
                <a:ln/>
                <a:solidFill>
                  <a:srgbClr val="00B050"/>
                </a:solidFill>
                <a:effectLst/>
              </a:rPr>
              <a:t>Disponible (*)</a:t>
            </a:r>
          </a:p>
          <a:p>
            <a:pPr algn="ctr"/>
            <a:r>
              <a:rPr lang="ca-ES" sz="1200" b="1" dirty="0">
                <a:ln/>
                <a:solidFill>
                  <a:srgbClr val="00B050"/>
                </a:solidFill>
              </a:rPr>
              <a:t>Pendent adequació reglament antifrau</a:t>
            </a:r>
            <a:endParaRPr lang="ca-ES" sz="1200" b="1" cap="none" spc="0" dirty="0">
              <a:ln/>
              <a:solidFill>
                <a:srgbClr val="00B050"/>
              </a:solidFill>
              <a:effectLst/>
            </a:endParaRPr>
          </a:p>
        </p:txBody>
      </p:sp>
      <p:sp>
        <p:nvSpPr>
          <p:cNvPr id="17" name="Flecha: a la derecha 16">
            <a:extLst>
              <a:ext uri="{FF2B5EF4-FFF2-40B4-BE49-F238E27FC236}">
                <a16:creationId xmlns:a16="http://schemas.microsoft.com/office/drawing/2014/main" id="{6CF3939E-DBB5-5224-3571-41C25562C265}"/>
              </a:ext>
            </a:extLst>
          </p:cNvPr>
          <p:cNvSpPr/>
          <p:nvPr/>
        </p:nvSpPr>
        <p:spPr>
          <a:xfrm>
            <a:off x="7725905" y="4516859"/>
            <a:ext cx="3587858" cy="437331"/>
          </a:xfrm>
          <a:prstGeom prst="rightArrow">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a-ES" dirty="0">
                <a:solidFill>
                  <a:schemeClr val="tx1"/>
                </a:solidFill>
              </a:rPr>
              <a:t>En desenvolupament</a:t>
            </a:r>
            <a:endParaRPr lang="es-ES" dirty="0">
              <a:solidFill>
                <a:schemeClr val="tx1"/>
              </a:solidFill>
            </a:endParaRPr>
          </a:p>
        </p:txBody>
      </p:sp>
      <p:sp>
        <p:nvSpPr>
          <p:cNvPr id="18" name="Flecha: a la derecha 17">
            <a:extLst>
              <a:ext uri="{FF2B5EF4-FFF2-40B4-BE49-F238E27FC236}">
                <a16:creationId xmlns:a16="http://schemas.microsoft.com/office/drawing/2014/main" id="{622DED99-384D-EF9C-8A74-46BD9CD40627}"/>
              </a:ext>
            </a:extLst>
          </p:cNvPr>
          <p:cNvSpPr/>
          <p:nvPr/>
        </p:nvSpPr>
        <p:spPr>
          <a:xfrm>
            <a:off x="5217762" y="4524974"/>
            <a:ext cx="1926957" cy="437331"/>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a-ES" dirty="0">
                <a:solidFill>
                  <a:schemeClr val="tx1"/>
                </a:solidFill>
              </a:rPr>
              <a:t>En verificació</a:t>
            </a:r>
            <a:endParaRPr lang="es-ES" dirty="0">
              <a:solidFill>
                <a:schemeClr val="tx1"/>
              </a:solidFill>
            </a:endParaRPr>
          </a:p>
        </p:txBody>
      </p:sp>
      <p:sp>
        <p:nvSpPr>
          <p:cNvPr id="19" name="object 5">
            <a:extLst>
              <a:ext uri="{FF2B5EF4-FFF2-40B4-BE49-F238E27FC236}">
                <a16:creationId xmlns:a16="http://schemas.microsoft.com/office/drawing/2014/main" id="{E9B3A40B-1DBD-8B18-062E-00A4974D7CC9}"/>
              </a:ext>
            </a:extLst>
          </p:cNvPr>
          <p:cNvSpPr/>
          <p:nvPr/>
        </p:nvSpPr>
        <p:spPr>
          <a:xfrm>
            <a:off x="509609" y="533400"/>
            <a:ext cx="1593215" cy="1215896"/>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59595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a:ea typeface="+mn-ea"/>
              <a:cs typeface="+mn-cs"/>
            </a:endParaRPr>
          </a:p>
        </p:txBody>
      </p:sp>
      <p:sp>
        <p:nvSpPr>
          <p:cNvPr id="20" name="CuadroTexto 19">
            <a:extLst>
              <a:ext uri="{FF2B5EF4-FFF2-40B4-BE49-F238E27FC236}">
                <a16:creationId xmlns:a16="http://schemas.microsoft.com/office/drawing/2014/main" id="{34E064E8-2A32-AB09-ECDD-67F328898231}"/>
              </a:ext>
            </a:extLst>
          </p:cNvPr>
          <p:cNvSpPr txBox="1"/>
          <p:nvPr/>
        </p:nvSpPr>
        <p:spPr>
          <a:xfrm>
            <a:off x="585757" y="520803"/>
            <a:ext cx="914400" cy="738664"/>
          </a:xfrm>
          <a:prstGeom prst="rect">
            <a:avLst/>
          </a:prstGeom>
          <a:noFill/>
        </p:spPr>
        <p:txBody>
          <a:bodyPr wrap="square" rtlCol="0">
            <a:spAutoFit/>
          </a:bodyPr>
          <a:lstStyle/>
          <a:p>
            <a:r>
              <a:rPr lang="ca-ES" sz="24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p>
          <a:p>
            <a:endParaRPr lang="ca-ES"/>
          </a:p>
        </p:txBody>
      </p:sp>
      <p:sp>
        <p:nvSpPr>
          <p:cNvPr id="21" name="CuadroTexto 20">
            <a:extLst>
              <a:ext uri="{FF2B5EF4-FFF2-40B4-BE49-F238E27FC236}">
                <a16:creationId xmlns:a16="http://schemas.microsoft.com/office/drawing/2014/main" id="{7B796947-1F3A-96E7-81F5-701C3C691ADF}"/>
              </a:ext>
            </a:extLst>
          </p:cNvPr>
          <p:cNvSpPr txBox="1"/>
          <p:nvPr/>
        </p:nvSpPr>
        <p:spPr>
          <a:xfrm>
            <a:off x="562700" y="1015913"/>
            <a:ext cx="1441029"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Calendari de Projectes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9975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CC80B8D-2480-4621-A202-44FCCF9CB66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392" t="16377" b="23389"/>
          <a:stretch/>
        </p:blipFill>
        <p:spPr>
          <a:xfrm>
            <a:off x="1135011" y="-1"/>
            <a:ext cx="7257026" cy="5995283"/>
          </a:xfrm>
          <a:prstGeom prst="rect">
            <a:avLst/>
          </a:prstGeom>
        </p:spPr>
      </p:pic>
      <p:sp>
        <p:nvSpPr>
          <p:cNvPr id="4" name="object 4"/>
          <p:cNvSpPr/>
          <p:nvPr/>
        </p:nvSpPr>
        <p:spPr>
          <a:xfrm>
            <a:off x="7343000" y="5433352"/>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endParaRPr lang="ca-ES"/>
          </a:p>
        </p:txBody>
      </p:sp>
      <p:sp>
        <p:nvSpPr>
          <p:cNvPr id="8" name="object 7">
            <a:extLst>
              <a:ext uri="{FF2B5EF4-FFF2-40B4-BE49-F238E27FC236}">
                <a16:creationId xmlns:a16="http://schemas.microsoft.com/office/drawing/2014/main" id="{23BC3B68-8E68-411C-9CB4-2324FDB83CEB}"/>
              </a:ext>
            </a:extLst>
          </p:cNvPr>
          <p:cNvSpPr/>
          <p:nvPr/>
        </p:nvSpPr>
        <p:spPr>
          <a:xfrm>
            <a:off x="549148" y="518654"/>
            <a:ext cx="3574796" cy="2559431"/>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595959"/>
          </a:solidFill>
        </p:spPr>
        <p:txBody>
          <a:bodyPr wrap="square" lIns="0" tIns="0" rIns="0" bIns="0" rtlCol="0"/>
          <a:lstStyle/>
          <a:p>
            <a:endParaRPr lang="ca-ES"/>
          </a:p>
        </p:txBody>
      </p:sp>
      <p:sp>
        <p:nvSpPr>
          <p:cNvPr id="7" name="CuadroTexto 6">
            <a:extLst>
              <a:ext uri="{FF2B5EF4-FFF2-40B4-BE49-F238E27FC236}">
                <a16:creationId xmlns:a16="http://schemas.microsoft.com/office/drawing/2014/main" id="{29EDCE70-1FEE-4C18-B929-D883436490E8}"/>
              </a:ext>
            </a:extLst>
          </p:cNvPr>
          <p:cNvSpPr txBox="1"/>
          <p:nvPr/>
        </p:nvSpPr>
        <p:spPr>
          <a:xfrm>
            <a:off x="540004" y="518654"/>
            <a:ext cx="3173255" cy="2164695"/>
          </a:xfrm>
          <a:prstGeom prst="rect">
            <a:avLst/>
          </a:prstGeom>
          <a:noFill/>
        </p:spPr>
        <p:txBody>
          <a:bodyPr wrap="square" rtlCol="0">
            <a:noAutofit/>
          </a:bodyPr>
          <a:lstStyle/>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ca-ES" sz="5400" b="1" i="0" u="none" strike="noStrike" kern="1200" cap="none" spc="0" normalizeH="0" baseline="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02</a:t>
            </a:r>
            <a:endParaRPr lang="ca-ES" sz="5400" dirty="0">
              <a:solidFill>
                <a:prstClr val="black"/>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ca-ES" sz="2800" b="0" i="0" u="none" strike="noStrike" kern="1200" cap="none" spc="0" normalizeH="0" baseline="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Llista de projectes</a:t>
            </a:r>
            <a:endParaRPr kumimoji="0" lang="ca-ES" sz="2800" b="0" i="0" u="none" strike="noStrike" kern="1200" cap="none" spc="0" normalizeH="0" baseline="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4327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Càrrega de dades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inicials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Marcador de contenido 3">
            <a:extLst>
              <a:ext uri="{FF2B5EF4-FFF2-40B4-BE49-F238E27FC236}">
                <a16:creationId xmlns:a16="http://schemas.microsoft.com/office/drawing/2014/main" id="{3164B72A-C782-36B2-38CC-58C2D23AC9DA}"/>
              </a:ext>
            </a:extLst>
          </p:cNvPr>
          <p:cNvSpPr txBox="1">
            <a:spLocks/>
          </p:cNvSpPr>
          <p:nvPr/>
        </p:nvSpPr>
        <p:spPr>
          <a:xfrm>
            <a:off x="484056" y="1984399"/>
            <a:ext cx="5823754"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Desenvolupament d’una utilitat per a la carrega de dades inicial, que traspassa des </a:t>
            </a:r>
            <a:r>
              <a:rPr lang="ca-ES" altLang="ca-ES" sz="1600" dirty="0" err="1">
                <a:solidFill>
                  <a:srgbClr val="404040"/>
                </a:solidFill>
                <a:latin typeface="Verdana" panose="020B0604030504040204" pitchFamily="34" charset="0"/>
              </a:rPr>
              <a:t>d’XSinfo</a:t>
            </a:r>
            <a:r>
              <a:rPr lang="ca-ES" altLang="ca-ES" sz="1600" dirty="0">
                <a:solidFill>
                  <a:srgbClr val="404040"/>
                </a:solidFill>
                <a:latin typeface="Verdana" panose="020B0604030504040204" pitchFamily="34" charset="0"/>
              </a:rPr>
              <a:t> a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la següent informació:</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Pla comptable</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Mestre de clients i proveïdors</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Mestre d’articles</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Saldo inicial, assentament d’apertura</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Partides vives</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Estoc inicial</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Línies pendents de rebre en comandes (compres i vendes)</a:t>
            </a:r>
          </a:p>
          <a:p>
            <a:pPr lvl="1" algn="just">
              <a:buClr>
                <a:srgbClr val="C00000"/>
              </a:buClr>
            </a:pPr>
            <a:endParaRPr lang="ca-ES" altLang="ca-ES" sz="2000" dirty="0">
              <a:solidFill>
                <a:srgbClr val="404040"/>
              </a:solidFill>
              <a:latin typeface="Verdana" panose="020B0604030504040204" pitchFamily="34" charset="0"/>
            </a:endParaRPr>
          </a:p>
        </p:txBody>
      </p:sp>
      <p:pic>
        <p:nvPicPr>
          <p:cNvPr id="2052" name="Picture 4" descr="Distribuidoras - Ready Stocks - Telematel">
            <a:extLst>
              <a:ext uri="{FF2B5EF4-FFF2-40B4-BE49-F238E27FC236}">
                <a16:creationId xmlns:a16="http://schemas.microsoft.com/office/drawing/2014/main" id="{98879D4F-796B-6EBB-40C1-1DEC75275A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9185" y="1724815"/>
            <a:ext cx="5912815" cy="3471004"/>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5">
            <a:extLst>
              <a:ext uri="{FF2B5EF4-FFF2-40B4-BE49-F238E27FC236}">
                <a16:creationId xmlns:a16="http://schemas.microsoft.com/office/drawing/2014/main" id="{96A17648-E115-780E-0043-25D1A414F03D}"/>
              </a:ext>
            </a:extLst>
          </p:cNvPr>
          <p:cNvSpPr/>
          <p:nvPr/>
        </p:nvSpPr>
        <p:spPr>
          <a:xfrm>
            <a:off x="509609" y="533400"/>
            <a:ext cx="1593215" cy="1215896"/>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59595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F5381F4F-87EB-D8E9-A931-C203377EDB4E}"/>
              </a:ext>
            </a:extLst>
          </p:cNvPr>
          <p:cNvSpPr txBox="1"/>
          <p:nvPr/>
        </p:nvSpPr>
        <p:spPr>
          <a:xfrm>
            <a:off x="585757" y="520803"/>
            <a:ext cx="914400" cy="738664"/>
          </a:xfrm>
          <a:prstGeom prst="rect">
            <a:avLst/>
          </a:prstGeom>
          <a:noFill/>
        </p:spPr>
        <p:txBody>
          <a:bodyPr wrap="square" rtlCol="0">
            <a:spAutoFit/>
          </a:bodyPr>
          <a:lstStyle/>
          <a:p>
            <a:r>
              <a:rPr lang="ca-ES" sz="24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p>
          <a:p>
            <a:endParaRPr lang="ca-ES"/>
          </a:p>
        </p:txBody>
      </p:sp>
      <p:sp>
        <p:nvSpPr>
          <p:cNvPr id="10" name="CuadroTexto 9">
            <a:extLst>
              <a:ext uri="{FF2B5EF4-FFF2-40B4-BE49-F238E27FC236}">
                <a16:creationId xmlns:a16="http://schemas.microsoft.com/office/drawing/2014/main" id="{F05ADFE6-6D5E-E00A-3B8C-35A0E0735259}"/>
              </a:ext>
            </a:extLst>
          </p:cNvPr>
          <p:cNvSpPr txBox="1"/>
          <p:nvPr/>
        </p:nvSpPr>
        <p:spPr>
          <a:xfrm>
            <a:off x="562700" y="1015913"/>
            <a:ext cx="1441029"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Llista de projectes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716586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84056" y="1984399"/>
            <a:ext cx="5684269"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Reproducció dels formats d’impressió de documents (albarans, factures, etc.)</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Guia de formació a l’usuari per a la confecció d’informes i consultes en pantalla, amb possibilitat d’exportació a Excel</a:t>
            </a:r>
          </a:p>
          <a:p>
            <a:pPr algn="just">
              <a:buClr>
                <a:srgbClr val="C00000"/>
              </a:buCl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Els informes, tant estàndards com a mida, no es traspassen de forma automatitzada </a:t>
            </a:r>
            <a:r>
              <a:rPr lang="ca-ES" altLang="ca-ES" sz="1600" dirty="0" err="1">
                <a:solidFill>
                  <a:srgbClr val="404040"/>
                </a:solidFill>
                <a:latin typeface="Verdana" panose="020B0604030504040204" pitchFamily="34" charset="0"/>
              </a:rPr>
              <a:t>d’XSinfo</a:t>
            </a:r>
            <a:r>
              <a:rPr lang="ca-ES" altLang="ca-ES" sz="1600" dirty="0">
                <a:solidFill>
                  <a:srgbClr val="404040"/>
                </a:solidFill>
                <a:latin typeface="Verdana" panose="020B0604030504040204" pitchFamily="34" charset="0"/>
              </a:rPr>
              <a:t> a </a:t>
            </a:r>
            <a:r>
              <a:rPr lang="ca-ES" altLang="ca-ES" sz="1600" dirty="0" err="1">
                <a:solidFill>
                  <a:srgbClr val="404040"/>
                </a:solidFill>
                <a:latin typeface="Verdana" panose="020B0604030504040204" pitchFamily="34" charset="0"/>
              </a:rPr>
              <a:t>Odoo</a:t>
            </a: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Adaptació a les obligacions VERI*FACTU pendents de l’aprovació definitiva del nou reglament del software de facturació</a:t>
            </a: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Informes i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consultes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3074" name="Picture 2" descr="Project Reports - Define Your Goals And Objectives">
            <a:extLst>
              <a:ext uri="{FF2B5EF4-FFF2-40B4-BE49-F238E27FC236}">
                <a16:creationId xmlns:a16="http://schemas.microsoft.com/office/drawing/2014/main" id="{DCA0B0C2-4C47-2470-75FF-7A74CA20D0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8928" y="2087024"/>
            <a:ext cx="5212370" cy="2740698"/>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5">
            <a:extLst>
              <a:ext uri="{FF2B5EF4-FFF2-40B4-BE49-F238E27FC236}">
                <a16:creationId xmlns:a16="http://schemas.microsoft.com/office/drawing/2014/main" id="{5BDFEE53-8EC6-107A-459B-AA9B5EDC9762}"/>
              </a:ext>
            </a:extLst>
          </p:cNvPr>
          <p:cNvSpPr/>
          <p:nvPr/>
        </p:nvSpPr>
        <p:spPr>
          <a:xfrm>
            <a:off x="509609" y="533400"/>
            <a:ext cx="1593215" cy="1215896"/>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59595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F8C47783-9284-ECC1-4B13-8973A8348F9C}"/>
              </a:ext>
            </a:extLst>
          </p:cNvPr>
          <p:cNvSpPr txBox="1"/>
          <p:nvPr/>
        </p:nvSpPr>
        <p:spPr>
          <a:xfrm>
            <a:off x="585757" y="520803"/>
            <a:ext cx="914400" cy="738664"/>
          </a:xfrm>
          <a:prstGeom prst="rect">
            <a:avLst/>
          </a:prstGeom>
          <a:noFill/>
        </p:spPr>
        <p:txBody>
          <a:bodyPr wrap="square" rtlCol="0">
            <a:spAutoFit/>
          </a:bodyPr>
          <a:lstStyle/>
          <a:p>
            <a:r>
              <a:rPr lang="ca-ES" sz="24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p>
          <a:p>
            <a:endParaRPr lang="ca-ES"/>
          </a:p>
        </p:txBody>
      </p:sp>
      <p:sp>
        <p:nvSpPr>
          <p:cNvPr id="6" name="CuadroTexto 5">
            <a:extLst>
              <a:ext uri="{FF2B5EF4-FFF2-40B4-BE49-F238E27FC236}">
                <a16:creationId xmlns:a16="http://schemas.microsoft.com/office/drawing/2014/main" id="{381D4E01-B898-10D5-9CA8-8925827130E0}"/>
              </a:ext>
            </a:extLst>
          </p:cNvPr>
          <p:cNvSpPr txBox="1"/>
          <p:nvPr/>
        </p:nvSpPr>
        <p:spPr>
          <a:xfrm>
            <a:off x="562700" y="1015913"/>
            <a:ext cx="1441029"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Llista de projectes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70585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a:extLst>
              <a:ext uri="{FF2B5EF4-FFF2-40B4-BE49-F238E27FC236}">
                <a16:creationId xmlns:a16="http://schemas.microsoft.com/office/drawing/2014/main" id="{0B4B6B0C-8957-4589-9CCF-FF66EF18BF52}"/>
              </a:ext>
            </a:extLst>
          </p:cNvPr>
          <p:cNvSpPr/>
          <p:nvPr/>
        </p:nvSpPr>
        <p:spPr>
          <a:xfrm>
            <a:off x="9502216" y="1002146"/>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ítulo 1">
            <a:extLst>
              <a:ext uri="{FF2B5EF4-FFF2-40B4-BE49-F238E27FC236}">
                <a16:creationId xmlns:a16="http://schemas.microsoft.com/office/drawing/2014/main" id="{F786992B-2C4C-48A4-B39C-0A3F11BA017F}"/>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Específics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sectorials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Marcador de contenido 3">
            <a:extLst>
              <a:ext uri="{FF2B5EF4-FFF2-40B4-BE49-F238E27FC236}">
                <a16:creationId xmlns:a16="http://schemas.microsoft.com/office/drawing/2014/main" id="{1DD40E8D-B4DD-268F-CC30-0D1A86E2D663}"/>
              </a:ext>
            </a:extLst>
          </p:cNvPr>
          <p:cNvSpPr txBox="1">
            <a:spLocks/>
          </p:cNvSpPr>
          <p:nvPr/>
        </p:nvSpPr>
        <p:spPr>
          <a:xfrm>
            <a:off x="484056" y="1984399"/>
            <a:ext cx="7451076"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Aspectes solucionats mitjançant operativa estàndard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Gestió de palets</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Gestió d’articles comodí, se substitueix per l’operativa àgil d’alta de nous articles, millorant d’aquesta manera traçabilitat i obtenció d’estadístiques de venda en relació a les capacitats que ofereix </a:t>
            </a:r>
            <a:r>
              <a:rPr lang="ca-ES" altLang="ca-ES" sz="1600" dirty="0" err="1">
                <a:solidFill>
                  <a:srgbClr val="404040"/>
                </a:solidFill>
                <a:latin typeface="Verdana" panose="020B0604030504040204" pitchFamily="34" charset="0"/>
              </a:rPr>
              <a:t>Xsinfo</a:t>
            </a: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Gestió d’obres (condicions, facturació, contactes), mitjançant la utilització d’adreces d’entrega i adreces de facturació</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Aspectes a personalitzar en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Unitats de mesura amb factor de conversió variable</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Articles amb diverses dimensions, atributs o característiques</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Autoritzats en processos de compres</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Assignació automàtica de la sèrie de facturació per magatzem</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pic>
        <p:nvPicPr>
          <p:cNvPr id="5122" name="Picture 2" descr="Building Material Images - Free Download on Freepik">
            <a:extLst>
              <a:ext uri="{FF2B5EF4-FFF2-40B4-BE49-F238E27FC236}">
                <a16:creationId xmlns:a16="http://schemas.microsoft.com/office/drawing/2014/main" id="{58BF605E-9AD6-F462-AE84-A4DCE236B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3750" y="2163709"/>
            <a:ext cx="3493172" cy="3493172"/>
          </a:xfrm>
          <a:prstGeom prst="rect">
            <a:avLst/>
          </a:prstGeom>
          <a:noFill/>
          <a:extLst>
            <a:ext uri="{909E8E84-426E-40DD-AFC4-6F175D3DCCD1}">
              <a14:hiddenFill xmlns:a14="http://schemas.microsoft.com/office/drawing/2010/main">
                <a:solidFill>
                  <a:srgbClr val="FFFFFF"/>
                </a:solidFill>
              </a14:hiddenFill>
            </a:ext>
          </a:extLst>
        </p:spPr>
      </p:pic>
      <p:sp>
        <p:nvSpPr>
          <p:cNvPr id="6" name="object 5">
            <a:extLst>
              <a:ext uri="{FF2B5EF4-FFF2-40B4-BE49-F238E27FC236}">
                <a16:creationId xmlns:a16="http://schemas.microsoft.com/office/drawing/2014/main" id="{D4DBC5FA-0BE3-E845-0CE4-73D93EAAA56B}"/>
              </a:ext>
            </a:extLst>
          </p:cNvPr>
          <p:cNvSpPr/>
          <p:nvPr/>
        </p:nvSpPr>
        <p:spPr>
          <a:xfrm>
            <a:off x="509609" y="533400"/>
            <a:ext cx="1593215" cy="1215896"/>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59595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a:ea typeface="+mn-ea"/>
              <a:cs typeface="+mn-cs"/>
            </a:endParaRPr>
          </a:p>
        </p:txBody>
      </p:sp>
      <p:sp>
        <p:nvSpPr>
          <p:cNvPr id="7" name="CuadroTexto 6">
            <a:extLst>
              <a:ext uri="{FF2B5EF4-FFF2-40B4-BE49-F238E27FC236}">
                <a16:creationId xmlns:a16="http://schemas.microsoft.com/office/drawing/2014/main" id="{08225809-1C92-59DE-EDB9-7EBF4BBD10C7}"/>
              </a:ext>
            </a:extLst>
          </p:cNvPr>
          <p:cNvSpPr txBox="1"/>
          <p:nvPr/>
        </p:nvSpPr>
        <p:spPr>
          <a:xfrm>
            <a:off x="585757" y="520803"/>
            <a:ext cx="914400" cy="738664"/>
          </a:xfrm>
          <a:prstGeom prst="rect">
            <a:avLst/>
          </a:prstGeom>
          <a:noFill/>
        </p:spPr>
        <p:txBody>
          <a:bodyPr wrap="square" rtlCol="0">
            <a:spAutoFit/>
          </a:bodyPr>
          <a:lstStyle/>
          <a:p>
            <a:r>
              <a:rPr lang="ca-ES" sz="24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p>
          <a:p>
            <a:endParaRPr lang="ca-ES"/>
          </a:p>
        </p:txBody>
      </p:sp>
      <p:sp>
        <p:nvSpPr>
          <p:cNvPr id="8" name="CuadroTexto 7">
            <a:extLst>
              <a:ext uri="{FF2B5EF4-FFF2-40B4-BE49-F238E27FC236}">
                <a16:creationId xmlns:a16="http://schemas.microsoft.com/office/drawing/2014/main" id="{2C1AE69C-310E-E3C5-722E-C5D5F64363DD}"/>
              </a:ext>
            </a:extLst>
          </p:cNvPr>
          <p:cNvSpPr txBox="1"/>
          <p:nvPr/>
        </p:nvSpPr>
        <p:spPr>
          <a:xfrm>
            <a:off x="562700" y="1015913"/>
            <a:ext cx="1441029"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Llista de projectes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78371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a:extLst>
              <a:ext uri="{FF2B5EF4-FFF2-40B4-BE49-F238E27FC236}">
                <a16:creationId xmlns:a16="http://schemas.microsoft.com/office/drawing/2014/main" id="{0B4B6B0C-8957-4589-9CCF-FF66EF18BF52}"/>
              </a:ext>
            </a:extLst>
          </p:cNvPr>
          <p:cNvSpPr/>
          <p:nvPr/>
        </p:nvSpPr>
        <p:spPr>
          <a:xfrm>
            <a:off x="9502216" y="1002146"/>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ítulo 1">
            <a:extLst>
              <a:ext uri="{FF2B5EF4-FFF2-40B4-BE49-F238E27FC236}">
                <a16:creationId xmlns:a16="http://schemas.microsoft.com/office/drawing/2014/main" id="{F786992B-2C4C-48A4-B39C-0A3F11BA017F}"/>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Operativa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TPV</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Marcador de contenido 3">
            <a:extLst>
              <a:ext uri="{FF2B5EF4-FFF2-40B4-BE49-F238E27FC236}">
                <a16:creationId xmlns:a16="http://schemas.microsoft.com/office/drawing/2014/main" id="{1DD40E8D-B4DD-268F-CC30-0D1A86E2D663}"/>
              </a:ext>
            </a:extLst>
          </p:cNvPr>
          <p:cNvSpPr txBox="1">
            <a:spLocks/>
          </p:cNvSpPr>
          <p:nvPr/>
        </p:nvSpPr>
        <p:spPr>
          <a:xfrm>
            <a:off x="484055" y="1984399"/>
            <a:ext cx="8435219"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Desenvolupament d’una nova </a:t>
            </a:r>
            <a:r>
              <a:rPr lang="ca-ES" altLang="ca-ES" sz="1600" dirty="0" err="1">
                <a:solidFill>
                  <a:srgbClr val="404040"/>
                </a:solidFill>
                <a:latin typeface="Verdana" panose="020B0604030504040204" pitchFamily="34" charset="0"/>
              </a:rPr>
              <a:t>App</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aStore</a:t>
            </a:r>
            <a:r>
              <a:rPr lang="ca-ES" altLang="ca-ES" sz="1600" dirty="0">
                <a:solidFill>
                  <a:srgbClr val="404040"/>
                </a:solidFill>
                <a:latin typeface="Verdana" panose="020B0604030504040204" pitchFamily="34" charset="0"/>
              </a:rPr>
              <a:t> dins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amb funcionalitat similar a la de la pantalla de vendes mostrador </a:t>
            </a:r>
            <a:r>
              <a:rPr lang="ca-ES" altLang="ca-ES" sz="1600" dirty="0" err="1">
                <a:solidFill>
                  <a:srgbClr val="404040"/>
                </a:solidFill>
                <a:latin typeface="Verdana" panose="020B0604030504040204" pitchFamily="34" charset="0"/>
              </a:rPr>
              <a:t>d’Xsinfo</a:t>
            </a:r>
            <a:r>
              <a:rPr lang="ca-ES" altLang="ca-ES" sz="1600" dirty="0">
                <a:solidFill>
                  <a:srgbClr val="404040"/>
                </a:solidFill>
                <a:latin typeface="Verdana" panose="020B0604030504040204" pitchFamily="34" charset="0"/>
              </a:rPr>
              <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Accés amb seguretat per usuaris i directe als punts de menú estàndards d’ofertes, comandes, albarans i factures. Compliment de la Llei Antifrau.</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Assignació automàtica de la sèrie de facturació segons terminal/usuari</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Impressió de tiquets (factures simples, factures simples qualificades)</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Alta de clients des de les mateixes pantalles, de forma estàndard en </a:t>
            </a:r>
            <a:r>
              <a:rPr lang="ca-ES" altLang="ca-ES" sz="1600" dirty="0" err="1">
                <a:solidFill>
                  <a:srgbClr val="404040"/>
                </a:solidFill>
                <a:latin typeface="Verdana" panose="020B0604030504040204" pitchFamily="34" charset="0"/>
              </a:rPr>
              <a:t>Odoo</a:t>
            </a: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Implementació de les operatives de cobrament per caixa</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Implementació de les operatives d’arqueig de caixa</a:t>
            </a:r>
          </a:p>
          <a:p>
            <a:pPr marL="800100" lvl="1" indent="-342900" algn="just">
              <a:buClr>
                <a:srgbClr val="C00000"/>
              </a:buClr>
              <a:buFont typeface="Arial" panose="020B0604020202020204" pitchFamily="34" charset="0"/>
              <a:buChar char="•"/>
            </a:pPr>
            <a:endParaRPr lang="ca-ES" altLang="ca-ES"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pic>
        <p:nvPicPr>
          <p:cNvPr id="6150" name="Picture 6" descr="POS System - Point Of Sale Systems For Small Businesses 2023">
            <a:extLst>
              <a:ext uri="{FF2B5EF4-FFF2-40B4-BE49-F238E27FC236}">
                <a16:creationId xmlns:a16="http://schemas.microsoft.com/office/drawing/2014/main" id="{6644972D-10EC-037A-50D7-DDE68E233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7341" y="2317613"/>
            <a:ext cx="2660603" cy="2533357"/>
          </a:xfrm>
          <a:prstGeom prst="rect">
            <a:avLst/>
          </a:prstGeom>
          <a:noFill/>
          <a:extLst>
            <a:ext uri="{909E8E84-426E-40DD-AFC4-6F175D3DCCD1}">
              <a14:hiddenFill xmlns:a14="http://schemas.microsoft.com/office/drawing/2010/main">
                <a:solidFill>
                  <a:srgbClr val="FFFFFF"/>
                </a:solidFill>
              </a14:hiddenFill>
            </a:ext>
          </a:extLst>
        </p:spPr>
      </p:pic>
      <p:sp>
        <p:nvSpPr>
          <p:cNvPr id="6" name="object 5">
            <a:extLst>
              <a:ext uri="{FF2B5EF4-FFF2-40B4-BE49-F238E27FC236}">
                <a16:creationId xmlns:a16="http://schemas.microsoft.com/office/drawing/2014/main" id="{4E58CE3E-0D15-CABE-CAEB-9D80B6971516}"/>
              </a:ext>
            </a:extLst>
          </p:cNvPr>
          <p:cNvSpPr/>
          <p:nvPr/>
        </p:nvSpPr>
        <p:spPr>
          <a:xfrm>
            <a:off x="509609" y="533400"/>
            <a:ext cx="1593215" cy="1215896"/>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59595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a:ea typeface="+mn-ea"/>
              <a:cs typeface="+mn-cs"/>
            </a:endParaRPr>
          </a:p>
        </p:txBody>
      </p:sp>
      <p:sp>
        <p:nvSpPr>
          <p:cNvPr id="7" name="CuadroTexto 6">
            <a:extLst>
              <a:ext uri="{FF2B5EF4-FFF2-40B4-BE49-F238E27FC236}">
                <a16:creationId xmlns:a16="http://schemas.microsoft.com/office/drawing/2014/main" id="{0DD8F8C9-5127-6AF2-ED0C-31218D8EA87E}"/>
              </a:ext>
            </a:extLst>
          </p:cNvPr>
          <p:cNvSpPr txBox="1"/>
          <p:nvPr/>
        </p:nvSpPr>
        <p:spPr>
          <a:xfrm>
            <a:off x="585757" y="520803"/>
            <a:ext cx="914400" cy="738664"/>
          </a:xfrm>
          <a:prstGeom prst="rect">
            <a:avLst/>
          </a:prstGeom>
          <a:noFill/>
        </p:spPr>
        <p:txBody>
          <a:bodyPr wrap="square" rtlCol="0">
            <a:spAutoFit/>
          </a:bodyPr>
          <a:lstStyle/>
          <a:p>
            <a:r>
              <a:rPr lang="ca-ES" sz="24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p>
          <a:p>
            <a:endParaRPr lang="ca-ES"/>
          </a:p>
        </p:txBody>
      </p:sp>
      <p:sp>
        <p:nvSpPr>
          <p:cNvPr id="8" name="CuadroTexto 7">
            <a:extLst>
              <a:ext uri="{FF2B5EF4-FFF2-40B4-BE49-F238E27FC236}">
                <a16:creationId xmlns:a16="http://schemas.microsoft.com/office/drawing/2014/main" id="{435FE699-9E54-2EF4-0E15-EED628242460}"/>
              </a:ext>
            </a:extLst>
          </p:cNvPr>
          <p:cNvSpPr txBox="1"/>
          <p:nvPr/>
        </p:nvSpPr>
        <p:spPr>
          <a:xfrm>
            <a:off x="562700" y="1015913"/>
            <a:ext cx="1441029"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Llista de projectes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34634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7" y="1984399"/>
            <a:ext cx="5518267"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Desenvolupament de nova </a:t>
            </a:r>
            <a:r>
              <a:rPr lang="ca-ES" altLang="ca-ES" sz="1600" dirty="0" err="1">
                <a:solidFill>
                  <a:srgbClr val="404040"/>
                </a:solidFill>
                <a:latin typeface="Verdana" panose="020B0604030504040204" pitchFamily="34" charset="0"/>
              </a:rPr>
              <a:t>App</a:t>
            </a:r>
            <a:r>
              <a:rPr lang="ca-ES" altLang="ca-ES" sz="1600" dirty="0">
                <a:solidFill>
                  <a:srgbClr val="404040"/>
                </a:solidFill>
                <a:latin typeface="Verdana" panose="020B0604030504040204" pitchFamily="34" charset="0"/>
              </a:rPr>
              <a:t> per a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History</a:t>
            </a:r>
            <a:r>
              <a:rPr lang="ca-ES" altLang="ca-ES" sz="1600" dirty="0">
                <a:solidFill>
                  <a:srgbClr val="404040"/>
                </a:solidFill>
                <a:latin typeface="Verdana" panose="020B0604030504040204" pitchFamily="34" charset="0"/>
              </a:rPr>
              <a:t>”,  amb una rèplica de les dades històriques en format </a:t>
            </a:r>
            <a:r>
              <a:rPr lang="ca-ES" altLang="ca-ES" sz="1600" dirty="0" err="1">
                <a:solidFill>
                  <a:srgbClr val="404040"/>
                </a:solidFill>
                <a:latin typeface="Verdana" panose="020B0604030504040204" pitchFamily="34" charset="0"/>
              </a:rPr>
              <a:t>XSifno</a:t>
            </a: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Permetrà la consulta i l’explotació de totes les dades existents en l’antiga aplicació </a:t>
            </a:r>
            <a:r>
              <a:rPr lang="ca-ES" altLang="ca-ES" sz="1600" dirty="0" err="1">
                <a:solidFill>
                  <a:srgbClr val="404040"/>
                </a:solidFill>
                <a:latin typeface="Verdana" panose="020B0604030504040204" pitchFamily="34" charset="0"/>
              </a:rPr>
              <a:t>XSinfo</a:t>
            </a: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Permetrà deixar d’utilitzar l’entorn </a:t>
            </a:r>
            <a:r>
              <a:rPr lang="ca-ES" altLang="ca-ES" sz="1600" dirty="0" err="1">
                <a:solidFill>
                  <a:srgbClr val="404040"/>
                </a:solidFill>
                <a:latin typeface="Verdana" panose="020B0604030504040204" pitchFamily="34" charset="0"/>
              </a:rPr>
              <a:t>d’Xsinfo</a:t>
            </a:r>
            <a:r>
              <a:rPr lang="ca-ES" altLang="ca-ES" sz="1600" dirty="0">
                <a:solidFill>
                  <a:srgbClr val="404040"/>
                </a:solidFill>
                <a:latin typeface="Verdana" panose="020B0604030504040204" pitchFamily="34" charset="0"/>
              </a:rPr>
              <a:t> i disposar de tota la informació en un únic entorn i amb la mateixa manera d’accés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1600" dirty="0">
              <a:solidFill>
                <a:srgbClr val="404040"/>
              </a:solidFill>
              <a:latin typeface="Verdana" panose="020B0604030504040204" pitchFamily="34" charset="0"/>
            </a:endParaRPr>
          </a:p>
          <a:p>
            <a:pPr algn="just"/>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Migració de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dades històriques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2" name="Picture 2" descr="7 ERP Data Migration Best Practices for a Successful Implementation">
            <a:extLst>
              <a:ext uri="{FF2B5EF4-FFF2-40B4-BE49-F238E27FC236}">
                <a16:creationId xmlns:a16="http://schemas.microsoft.com/office/drawing/2014/main" id="{AC344BC8-8EDD-0FD0-6190-178E2D900E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322" y="1863191"/>
            <a:ext cx="5421621" cy="2832797"/>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5">
            <a:extLst>
              <a:ext uri="{FF2B5EF4-FFF2-40B4-BE49-F238E27FC236}">
                <a16:creationId xmlns:a16="http://schemas.microsoft.com/office/drawing/2014/main" id="{7552A126-C0E4-7079-A9DB-D6BEA2CCCD3C}"/>
              </a:ext>
            </a:extLst>
          </p:cNvPr>
          <p:cNvSpPr/>
          <p:nvPr/>
        </p:nvSpPr>
        <p:spPr>
          <a:xfrm>
            <a:off x="509609" y="533400"/>
            <a:ext cx="1593215" cy="1215896"/>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59595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a-ES" sz="1800" b="0" i="0" u="none" strike="noStrike" kern="1200" cap="none" spc="0" normalizeH="0" baseline="0">
              <a:ln>
                <a:noFill/>
              </a:ln>
              <a:solidFill>
                <a:prstClr val="black"/>
              </a:solidFill>
              <a:effectLst/>
              <a:uLnTx/>
              <a:uFillTx/>
              <a:latin typeface="Calibri"/>
              <a:ea typeface="+mn-ea"/>
              <a:cs typeface="+mn-cs"/>
            </a:endParaRPr>
          </a:p>
        </p:txBody>
      </p:sp>
      <p:sp>
        <p:nvSpPr>
          <p:cNvPr id="10" name="CuadroTexto 9">
            <a:extLst>
              <a:ext uri="{FF2B5EF4-FFF2-40B4-BE49-F238E27FC236}">
                <a16:creationId xmlns:a16="http://schemas.microsoft.com/office/drawing/2014/main" id="{EB051579-2B31-1F82-C7C0-02EFD20CBB49}"/>
              </a:ext>
            </a:extLst>
          </p:cNvPr>
          <p:cNvSpPr txBox="1"/>
          <p:nvPr/>
        </p:nvSpPr>
        <p:spPr>
          <a:xfrm>
            <a:off x="585757" y="520803"/>
            <a:ext cx="914400" cy="738664"/>
          </a:xfrm>
          <a:prstGeom prst="rect">
            <a:avLst/>
          </a:prstGeom>
          <a:noFill/>
        </p:spPr>
        <p:txBody>
          <a:bodyPr wrap="square" rtlCol="0">
            <a:spAutoFit/>
          </a:bodyPr>
          <a:lstStyle/>
          <a:p>
            <a:r>
              <a:rPr lang="ca-ES" sz="24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p>
          <a:p>
            <a:endParaRPr lang="ca-ES"/>
          </a:p>
        </p:txBody>
      </p:sp>
      <p:sp>
        <p:nvSpPr>
          <p:cNvPr id="11" name="CuadroTexto 10">
            <a:extLst>
              <a:ext uri="{FF2B5EF4-FFF2-40B4-BE49-F238E27FC236}">
                <a16:creationId xmlns:a16="http://schemas.microsoft.com/office/drawing/2014/main" id="{6199CD39-6490-E968-30D6-5C3D326DBA24}"/>
              </a:ext>
            </a:extLst>
          </p:cNvPr>
          <p:cNvSpPr txBox="1"/>
          <p:nvPr/>
        </p:nvSpPr>
        <p:spPr>
          <a:xfrm>
            <a:off x="562700" y="1015913"/>
            <a:ext cx="1441029"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Llista de projectes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0710F4D-8C29-419C-86F2-AC653B8C6A85}"/>
              </a:ext>
            </a:extLst>
          </p:cNvPr>
          <p:cNvPicPr>
            <a:picLocks noChangeAspect="1"/>
          </p:cNvPicPr>
          <p:nvPr/>
        </p:nvPicPr>
        <p:blipFill rotWithShape="1">
          <a:blip r:embed="rId2">
            <a:extLst>
              <a:ext uri="{28A0092B-C50C-407E-A947-70E740481C1C}">
                <a14:useLocalDpi xmlns:a14="http://schemas.microsoft.com/office/drawing/2010/main" val="0"/>
              </a:ext>
            </a:extLst>
          </a:blip>
          <a:srcRect l="16883" r="12659"/>
          <a:stretch/>
        </p:blipFill>
        <p:spPr>
          <a:xfrm>
            <a:off x="1135011" y="0"/>
            <a:ext cx="7250099" cy="5963478"/>
          </a:xfrm>
          <a:prstGeom prst="rect">
            <a:avLst/>
          </a:prstGeom>
        </p:spPr>
      </p:pic>
      <p:sp>
        <p:nvSpPr>
          <p:cNvPr id="10" name="object 10"/>
          <p:cNvSpPr/>
          <p:nvPr/>
        </p:nvSpPr>
        <p:spPr>
          <a:xfrm>
            <a:off x="7343000" y="5433352"/>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4">
            <a:extLst>
              <a:ext uri="{FF2B5EF4-FFF2-40B4-BE49-F238E27FC236}">
                <a16:creationId xmlns:a16="http://schemas.microsoft.com/office/drawing/2014/main" id="{1CC070A6-174D-4A86-89C1-D7F8E5178EE1}"/>
              </a:ext>
            </a:extLst>
          </p:cNvPr>
          <p:cNvSpPr/>
          <p:nvPr/>
        </p:nvSpPr>
        <p:spPr>
          <a:xfrm>
            <a:off x="533400" y="555231"/>
            <a:ext cx="3583940" cy="2559431"/>
          </a:xfrm>
          <a:custGeom>
            <a:avLst/>
            <a:gdLst/>
            <a:ahLst/>
            <a:cxnLst/>
            <a:rect l="l" t="t" r="r" b="b"/>
            <a:pathLst>
              <a:path w="1593215" h="1128395">
                <a:moveTo>
                  <a:pt x="1592592" y="0"/>
                </a:moveTo>
                <a:lnTo>
                  <a:pt x="0" y="0"/>
                </a:lnTo>
                <a:lnTo>
                  <a:pt x="0" y="1128001"/>
                </a:lnTo>
                <a:lnTo>
                  <a:pt x="1592592" y="1128001"/>
                </a:lnTo>
                <a:lnTo>
                  <a:pt x="1592592" y="0"/>
                </a:lnTo>
                <a:close/>
              </a:path>
            </a:pathLst>
          </a:custGeom>
          <a:solidFill>
            <a:srgbClr val="7F7F7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CuadroTexto 13">
            <a:extLst>
              <a:ext uri="{FF2B5EF4-FFF2-40B4-BE49-F238E27FC236}">
                <a16:creationId xmlns:a16="http://schemas.microsoft.com/office/drawing/2014/main" id="{69FFA064-6EC4-4C02-AE12-FD0367A36605}"/>
              </a:ext>
            </a:extLst>
          </p:cNvPr>
          <p:cNvSpPr txBox="1"/>
          <p:nvPr/>
        </p:nvSpPr>
        <p:spPr>
          <a:xfrm>
            <a:off x="538978" y="555231"/>
            <a:ext cx="3484382" cy="2131353"/>
          </a:xfrm>
          <a:prstGeom prst="rect">
            <a:avLst/>
          </a:prstGeom>
          <a:noFill/>
        </p:spPr>
        <p:txBody>
          <a:bodyPr wrap="square" rtlCol="0">
            <a:spAutoFit/>
          </a:bodyPr>
          <a:lstStyle/>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es-ES" sz="5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800" b="0" i="0" u="none" strike="noStrike" kern="1200" cap="none" spc="-15"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ca-ES" sz="2800" b="0" i="0" u="none" strike="noStrike" kern="1200" cap="none" spc="-15" normalizeH="0" baseline="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Càrrega de dades inicials</a:t>
            </a:r>
            <a:endParaRPr kumimoji="0" lang="ca-ES" sz="5400" b="0" i="0" u="none" strike="noStrike" kern="1200" cap="none" spc="0" normalizeH="0" baseline="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13" name="Imagen 12">
            <a:extLst>
              <a:ext uri="{FF2B5EF4-FFF2-40B4-BE49-F238E27FC236}">
                <a16:creationId xmlns:a16="http://schemas.microsoft.com/office/drawing/2014/main" id="{E645A26C-BEF4-49BF-83E7-25856290985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753600" y="6112059"/>
            <a:ext cx="876127" cy="437331"/>
          </a:xfrm>
          <a:prstGeom prst="rect">
            <a:avLst/>
          </a:prstGeom>
        </p:spPr>
      </p:pic>
      <p:sp>
        <p:nvSpPr>
          <p:cNvPr id="15" name="CuadroTexto 14">
            <a:extLst>
              <a:ext uri="{FF2B5EF4-FFF2-40B4-BE49-F238E27FC236}">
                <a16:creationId xmlns:a16="http://schemas.microsoft.com/office/drawing/2014/main" id="{1A748B02-528E-4DA9-852C-85ADF0552B3C}"/>
              </a:ext>
            </a:extLst>
          </p:cNvPr>
          <p:cNvSpPr txBox="1"/>
          <p:nvPr/>
        </p:nvSpPr>
        <p:spPr>
          <a:xfrm>
            <a:off x="10439400" y="6192224"/>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30000" noProof="0" dirty="0">
                <a:ln>
                  <a:noFill/>
                </a:ln>
                <a:solidFill>
                  <a:prstClr val="black">
                    <a:lumMod val="85000"/>
                    <a:lumOff val="15000"/>
                  </a:prstClr>
                </a:solidFill>
                <a:effectLst/>
                <a:uLnTx/>
                <a:uFillTx/>
                <a:latin typeface="Verdana" panose="020B0604030504040204" pitchFamily="34" charset="0"/>
                <a:ea typeface="Verdana" panose="020B0604030504040204" pitchFamily="34" charset="0"/>
                <a:cs typeface="+mn-cs"/>
              </a:rPr>
              <a:t>www.auren.com</a:t>
            </a:r>
            <a:endParaRPr kumimoji="0" lang="es-ES" sz="1200" b="0" i="0" u="none" strike="noStrike" kern="1200" cap="none" spc="0" normalizeH="0" baseline="0" noProof="0" dirty="0">
              <a:ln>
                <a:noFill/>
              </a:ln>
              <a:solidFill>
                <a:prstClr val="black">
                  <a:lumMod val="85000"/>
                  <a:lumOff val="15000"/>
                </a:prstClr>
              </a:solidFill>
              <a:effectLst/>
              <a:uLnTx/>
              <a:uFillTx/>
              <a:latin typeface="Verdana" panose="020B0604030504040204" pitchFamily="34" charset="0"/>
              <a:ea typeface="Verdana" panose="020B0604030504040204" pitchFamily="34" charset="0"/>
              <a:cs typeface="+mn-cs"/>
            </a:endParaRPr>
          </a:p>
        </p:txBody>
      </p:sp>
    </p:spTree>
    <p:extLst>
      <p:ext uri="{BB962C8B-B14F-4D97-AF65-F5344CB8AC3E}">
        <p14:creationId xmlns:p14="http://schemas.microsoft.com/office/powerpoint/2010/main" val="3846087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84056"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defineix un conjunt de dades inicials a traspassar </a:t>
            </a:r>
            <a:r>
              <a:rPr lang="ca-ES" altLang="ca-ES" sz="1600" dirty="0" err="1">
                <a:solidFill>
                  <a:srgbClr val="404040"/>
                </a:solidFill>
                <a:latin typeface="Verdana" panose="020B0604030504040204" pitchFamily="34" charset="0"/>
              </a:rPr>
              <a:t>d’XSinfo</a:t>
            </a:r>
            <a:r>
              <a:rPr lang="ca-ES" altLang="ca-ES" sz="1600" dirty="0">
                <a:solidFill>
                  <a:srgbClr val="404040"/>
                </a:solidFill>
                <a:latin typeface="Verdana" panose="020B0604030504040204" pitchFamily="34" charset="0"/>
              </a:rPr>
              <a:t> cap a </a:t>
            </a:r>
            <a:r>
              <a:rPr lang="ca-ES" altLang="ca-ES" sz="1600" dirty="0" err="1">
                <a:solidFill>
                  <a:srgbClr val="404040"/>
                </a:solidFill>
                <a:latin typeface="Verdana" panose="020B0604030504040204" pitchFamily="34" charset="0"/>
              </a:rPr>
              <a:t>Odoo</a:t>
            </a: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Tota sol·licitud de client de traspàs de dades que no formi part d’aquest conjunt, serà tractat com un projecte a part, a gestionar posteriorment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Necessitem realitzar un nombre de migracions elevat en poc temps, per tant, tota sol·licitud no estàndard no només es tractarà com a projecte a part, sinó que no serà atesa fins que totes les migracions estàndard estiguin realitzades, és a dir, en un client que no accepti la migració estàndard, aquest projecte no es realitzarà fins haver atès abans a tots els clients que sí acceptin la migració estàndard (tant pel que fa referència a càrrega inicial de dades com a implementació funcional)</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Només es traspassaran dades de les empreses oficials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Abans d’executar el procés de càrrega inicial, en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es tancaran tots el processos en curs (recepcions, lliuraments, factures) i es donaran d’alta de forma manual a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els elements necessaris de parametrització, com impostos, etc. mantenint quan sigui possible els mateixos codis existents a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Consideracions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genèriques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object 5">
            <a:extLst>
              <a:ext uri="{FF2B5EF4-FFF2-40B4-BE49-F238E27FC236}">
                <a16:creationId xmlns:a16="http://schemas.microsoft.com/office/drawing/2014/main" id="{4007C229-B432-2AF0-C2A6-35AF73F01E86}"/>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098E1937-0439-97A0-4AF9-604E21F24416}"/>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CuadroTexto 5">
            <a:extLst>
              <a:ext uri="{FF2B5EF4-FFF2-40B4-BE49-F238E27FC236}">
                <a16:creationId xmlns:a16="http://schemas.microsoft.com/office/drawing/2014/main" id="{BE52FA28-8CAE-2ED4-362E-CDC5EEDE4559}"/>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80440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84056"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Donat que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utilitza un pla comptable antic amb desglossament de comptes de tercers, per defecte no es realitza traspàs del pla comptable</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El procés de càrrega de dades inicials s’executarà de la següent manera:</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 l’inici de la parametrització i només en l’entorn de Test1</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Mestre de clients i proveïdors</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Mestre d’articles</a:t>
            </a:r>
          </a:p>
          <a:p>
            <a:pPr marL="12573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Al moment de simulació d’arrencada, en l’entorn de Test1, i també al moment de l’entrada en producció en l’entorn </a:t>
            </a:r>
            <a:r>
              <a:rPr lang="ca-ES" altLang="ca-ES" sz="1600" dirty="0" err="1">
                <a:solidFill>
                  <a:srgbClr val="404040"/>
                </a:solidFill>
                <a:latin typeface="Verdana" panose="020B0604030504040204" pitchFamily="34" charset="0"/>
              </a:rPr>
              <a:t>Prod</a:t>
            </a:r>
            <a:r>
              <a:rPr lang="ca-ES" altLang="ca-ES" sz="1600" dirty="0">
                <a:solidFill>
                  <a:srgbClr val="404040"/>
                </a:solidFill>
                <a:latin typeface="Verdana" panose="020B0604030504040204" pitchFamily="34" charset="0"/>
              </a:rPr>
              <a:t>:</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Les dades anteriors: Mestres de clients, proveïdors i articles</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Saldo inicial, assentament d’apertura</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Partides vives</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Estoc inicial</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Línies pendents de rebre en comandes (compres i vendes)</a:t>
            </a:r>
          </a:p>
          <a:p>
            <a:pPr lvl="1" algn="just">
              <a:buClr>
                <a:srgbClr val="C00000"/>
              </a:buCl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Metodologia de la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càrrega inicial</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AA8BD95D-6CDB-75C0-E9E3-1129E466E375}"/>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BB9E4C87-D8B5-C9C2-8A82-D6EB2EE13E38}"/>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A6B97DD8-25B8-5E11-274A-D7945827A777}"/>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62291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84056"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Cada una de les taules principals pot tenir informació associada en taules auxiliars.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Cal avaluar correctament quines taules auxiliars seran incloses en el procés de càrrega de dades inicials des d’un punt de vista d’eficiència. Per exemple, pot tenir sentit traspassar les dades de contacte dels clients, però altres taules amb un número reduït de registres o que l’estructura sigui molt diferent, pot ser més eficient donar-les d’alta manualment, per exemple tipus d’IVA o les tarifes.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desenvoluparà una eina de migració, basada en MS-Access per automatitzar el procés de càrrega de dades inicials. Aquesta eina es mantindrà degudament sota control de versions i no podrà ser alterada per part dels consultors.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cas que alguna entitat d’informació no existeixi a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aquesta no serà inclosa en el traspàs de dades inicial.</a:t>
            </a: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Dades auxiliars per a la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càrrega inicial</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44BA670E-CF76-98A4-4702-3F0845CBA9BD}"/>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CAAAE3AE-EEFB-E677-1087-B378434F9A0C}"/>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9DCB2E8C-1186-E641-7A0E-85EB59F8A105}"/>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47917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Les dades auxiliars incloses, tant com a taules auxiliars o dins del mestre principal de clients i proveïdors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segons el seu disseny de base de dades, seran:</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Codi de tercer i altres dades (m0201)</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Risc comercial (m0202)</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Condicions de pagament (m0204)</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Tipus d’IVA, tarifa, ports, agència de transport, número de còpies de documents, venedor, IRPF, etc. (m0206)</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Persones de contacte (m0208)</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Observacions per client (m0209)</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Descomptes per categories, articles, períodes (m0214)</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Categories (m0220)</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Raó social (</a:t>
            </a:r>
            <a:r>
              <a:rPr lang="ca-ES" altLang="ca-ES" sz="1600" dirty="0" err="1">
                <a:solidFill>
                  <a:srgbClr val="404040"/>
                </a:solidFill>
                <a:latin typeface="Verdana" panose="020B0604030504040204" pitchFamily="34" charset="0"/>
              </a:rPr>
              <a:t>subcuentas</a:t>
            </a:r>
            <a:r>
              <a:rPr lang="ca-ES" altLang="ca-ES" sz="1600" dirty="0">
                <a:solidFill>
                  <a:srgbClr val="404040"/>
                </a:solidFill>
                <a:latin typeface="Verdana" panose="020B0604030504040204" pitchFamily="34" charset="0"/>
              </a:rPr>
              <a:t>)</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Nom comercial, adreces, idioma, NIF (</a:t>
            </a:r>
            <a:r>
              <a:rPr lang="ca-ES" altLang="ca-ES" sz="1600" dirty="0" err="1">
                <a:solidFill>
                  <a:srgbClr val="404040"/>
                </a:solidFill>
                <a:latin typeface="Verdana" panose="020B0604030504040204" pitchFamily="34" charset="0"/>
              </a:rPr>
              <a:t>direcciones</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Dades auxiliars incloses:</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Clients i proveïdors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3E7FA3E8-FE03-4CB2-A8C0-0270BA215BD5}"/>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4E194DD2-08B4-B5C6-3F99-8843325C55ED}"/>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14945358-76AB-B7A5-7238-26AAC42528CF}"/>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95419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una primera versió de la utilitat de migració de dades inicials, no es tindran en compte les dades següents: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Targetes???? (m020101)</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Tarifes per magatzems (m020601)</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Rutes (m0203)</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Acumulats de vendes (m0207)</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Ofertes??? per client segons article, família, zones i quantitats; per magatzem; per obra (m021001, m021003, m021004)</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Tipus traspàs a comptabilitat (m0212)</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Períodes no girar (m0213)</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Dades operaris (m0219)</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Dades dels clients sense fitxa (manual)</a:t>
            </a: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Dades auxiliars NO incloses:</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Clients i proveïdors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64F1F330-BD48-3AC7-1E9C-93E836EE60CA}"/>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181AC4CE-F663-D6D8-4B75-26E54033703B}"/>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EC7858EA-6FB5-9C58-D2A3-ACA2A6B9D023}"/>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77185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Les dades auxiliars incloses, tant com a taules auxiliars o dins del mestre principal d’articles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segons el seu disseny de base de dades, seran:</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Dades fitxa d’article (m0301)</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Descripcions i traduccions (m0302)</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Tipus d’IVA, preus, unitats i altres atributs (m0303)</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Unitats de gestió, factors de conversió, gestió d’estoc, gestió de lots  (m0304)</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Equivalència codis article proveïdor, compte comptable, moneda (m0305)</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Ubicacions i estocs mínims i màxims. (m0307)</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Envasos (m0311)</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Descripcions de client i ampliació de descripcions (m0312)</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Compte comptable de compra o venda (m0313)</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Components d’articles i mides (m0314)</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Mides dels articles (m0316)</a:t>
            </a:r>
          </a:p>
          <a:p>
            <a:pPr marL="800100" lvl="1" indent="-342900" algn="just">
              <a:buClr>
                <a:srgbClr val="C00000"/>
              </a:buClr>
              <a:buFont typeface="Arial" panose="020B0604020202020204" pitchFamily="34" charset="0"/>
              <a:buChar char="•"/>
            </a:pPr>
            <a:r>
              <a:rPr lang="ca-ES" altLang="ca-ES" sz="1600" dirty="0">
                <a:latin typeface="Verdana" panose="020B0604030504040204" pitchFamily="34" charset="0"/>
              </a:rPr>
              <a:t>Màxims i mínims de compra per article (m0321)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Factor de multiplicació unitat base / referència (m0325)</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Unitat de gestió per article (m0327)</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Dades addicionals, sempre i quan existeixin en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estàndard (</a:t>
            </a:r>
            <a:r>
              <a:rPr lang="ca-ES" altLang="ca-ES" sz="1600" dirty="0" err="1">
                <a:solidFill>
                  <a:srgbClr val="404040"/>
                </a:solidFill>
                <a:latin typeface="Verdana" panose="020B0604030504040204" pitchFamily="34" charset="0"/>
              </a:rPr>
              <a:t>ficha_art</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Dades auxiliars incloses:</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Articles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6AF88731-ADAC-1B37-726C-AC26F8EDFED0}"/>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3A69FB99-4F5C-2A5A-EBBC-3E5CAF9C0F69}"/>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FD98383A-CAC6-D216-C053-A7A71D44C343}"/>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05600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una primera versió de la utilitat de migració de dades inicials, no es tindran en compte les dades següents: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Acumulats de vendes (m0306)</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Estoc actual, Pendent de servir o rebre (m0307)</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Tarifes de venda (m0308)</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Equivalències (C.B,) (m0310)</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Tarifes de compra (m0315)</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Ofertes genèriques (m0317)</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Lots comprats, estoc (m0319)</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Lots per número de peça (m031901)</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Lots incidències (m031903)</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Claus i valores???? (m0320)</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Càrniques: imports Euro Kg (m0328)</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Articles de consum (m0329)</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Preus mitjos (</a:t>
            </a:r>
            <a:r>
              <a:rPr lang="ca-ES" altLang="ca-ES" sz="1600" dirty="0" err="1">
                <a:solidFill>
                  <a:srgbClr val="404040"/>
                </a:solidFill>
                <a:latin typeface="Verdana" panose="020B0604030504040204" pitchFamily="34" charset="0"/>
              </a:rPr>
              <a:t>art_pmp</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Preus última compra (</a:t>
            </a:r>
            <a:r>
              <a:rPr lang="ca-ES" altLang="ca-ES" sz="1600" dirty="0" err="1">
                <a:solidFill>
                  <a:srgbClr val="404040"/>
                </a:solidFill>
                <a:latin typeface="Verdana" panose="020B0604030504040204" pitchFamily="34" charset="0"/>
              </a:rPr>
              <a:t>art_puc</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Dades addicionals, que no existeixin en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estàndard (</a:t>
            </a:r>
            <a:r>
              <a:rPr lang="ca-ES" altLang="ca-ES" sz="1600" dirty="0" err="1">
                <a:solidFill>
                  <a:srgbClr val="404040"/>
                </a:solidFill>
                <a:latin typeface="Verdana" panose="020B0604030504040204" pitchFamily="34" charset="0"/>
              </a:rPr>
              <a:t>ficha_art</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Dades auxiliars NO incloses:</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Articles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7CA16AED-A8CA-BD31-42C6-85D636A4930C}"/>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BD50E501-9AC8-75B1-2198-94C8E3AE6A73}"/>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8DAAA7EF-F015-1BB0-A48D-B1B9325BB3A2}"/>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27998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El pla comptable és un element bàsic de parametrització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que cal definir a l’inici de la parametrització</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Mentre que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treballa amb un concepte actual de pla comptable on no existeixen </a:t>
            </a:r>
            <a:r>
              <a:rPr lang="ca-ES" altLang="ca-ES" sz="1600" dirty="0" err="1">
                <a:solidFill>
                  <a:srgbClr val="404040"/>
                </a:solidFill>
                <a:latin typeface="Verdana" panose="020B0604030504040204" pitchFamily="34" charset="0"/>
              </a:rPr>
              <a:t>subcomptes</a:t>
            </a:r>
            <a:r>
              <a:rPr lang="ca-ES" altLang="ca-ES" sz="1600" dirty="0">
                <a:solidFill>
                  <a:srgbClr val="404040"/>
                </a:solidFill>
                <a:latin typeface="Verdana" panose="020B0604030504040204" pitchFamily="34" charset="0"/>
              </a:rPr>
              <a:t> per clients,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utilitza un sistema tradicional on cada client té el seu compte, a banda de definir grups, subgrups, etc.</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la càrrega de dades inicial es valorarà si s’aprofita el pla comptable estàndard ja prèviament definit a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o bé si es realitza una càrrega del pla comptable a partir dels </a:t>
            </a:r>
            <a:r>
              <a:rPr lang="ca-ES" altLang="ca-ES" sz="1600" dirty="0" err="1">
                <a:solidFill>
                  <a:srgbClr val="404040"/>
                </a:solidFill>
                <a:latin typeface="Verdana" panose="020B0604030504040204" pitchFamily="34" charset="0"/>
              </a:rPr>
              <a:t>subcomptes</a:t>
            </a:r>
            <a:r>
              <a:rPr lang="ca-ES" altLang="ca-ES" sz="1600" dirty="0">
                <a:solidFill>
                  <a:srgbClr val="404040"/>
                </a:solidFill>
                <a:latin typeface="Verdana" panose="020B0604030504040204" pitchFamily="34" charset="0"/>
              </a:rPr>
              <a:t> existents a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excloent els </a:t>
            </a:r>
            <a:r>
              <a:rPr lang="ca-ES" altLang="ca-ES" sz="1600" dirty="0" err="1">
                <a:solidFill>
                  <a:srgbClr val="404040"/>
                </a:solidFill>
                <a:latin typeface="Verdana" panose="020B0604030504040204" pitchFamily="34" charset="0"/>
              </a:rPr>
              <a:t>subcomptes</a:t>
            </a:r>
            <a:r>
              <a:rPr lang="ca-ES" altLang="ca-ES" sz="1600" dirty="0">
                <a:solidFill>
                  <a:srgbClr val="404040"/>
                </a:solidFill>
                <a:latin typeface="Verdana" panose="020B0604030504040204" pitchFamily="34" charset="0"/>
              </a:rPr>
              <a:t> detallats de clients, proveïdors i creditors, que caldrà donar d’alta com a tercers.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No es considerarà cap dada auxiliar de comptabilitat per a la càrrega inicial</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tenir en compte per la càrrega inicial</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Pla comptable</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7622FDCD-1455-EB3B-B4D7-80028920ECCB}"/>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5BACE29C-F524-E12D-E390-EF05DCEF48AD}"/>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4FE6E7A9-1F60-085E-22D4-AD02EAF3C969}"/>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34875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general, no es traspassarà cap dada de comptabilitat, excepte el pla comptable si es considera convenient i un saldo d’apertura, que es detalla més endavant. D’aquesta manera no es traspassa cap informació de:</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Bancs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Conceptes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Estructura dels grups comptables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Diaris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Immobilitzat</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IVA i altres impostos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Definició d’informes de balanç o comptes d’explotació</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Assentaments </a:t>
            </a:r>
            <a:r>
              <a:rPr lang="ca-ES" altLang="ca-ES" sz="1600" dirty="0" err="1">
                <a:solidFill>
                  <a:srgbClr val="404040"/>
                </a:solidFill>
                <a:latin typeface="Verdana" panose="020B0604030504040204" pitchFamily="34" charset="0"/>
              </a:rPr>
              <a:t>predefinits</a:t>
            </a: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tenir en compte per la càrrega inicial:</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Dades auxiliars comptables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9642DC1B-9C62-74BC-B594-A5912976BE84}"/>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B253E640-8590-1108-A900-EAE1B95B582E}"/>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26445FD7-4612-F538-8CE5-01D384592028}"/>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590758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S'obriran a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tots els exercicis que siguin necessaris per poder traspassar les partides vives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realitzarà un saldo acumulat de tots els comptes comptables, per l’exercici en curs, a la data immediatament anterior al dia d’arrencada del sistema. Per exemple, si un client arrenca el dia 1/10, es generarà un acumulat comptable, compte per compte a data 30/9 </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D’aquest acumulat s’exclouran els saldos dels comptes de balanç corresponents a les partides vives de l’exercici actual, a efectes de no duplicar-los en el moment del seu traspàs. En el seu lloc, aquests saldos es carreguen en un compte pont de traspàs (555).</a:t>
            </a: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tenir en compte per la càrrega inicial:</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Saldo inicial, assentament d’apertura</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3AF51175-468B-02B0-BC45-F3DE98078975}"/>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967D4445-8F94-349C-3A28-40BE43185083}"/>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47562416-E5A1-AD92-7B05-07FDC5AF6CDE}"/>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615856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traspassarà a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la cartera viva al moment de l’arrencada:</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Factures pendents de pagament o cobrament</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Donat que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té integritat comptable i de cartera, en el moment d’importar aquests documents es generaran els corresponents moviments comptables i de cartera.</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Aquestes factures es carregaran contra el compte pont (555), de manera que el saldo d’aquest compte quedarà a 0, mantenint la integritat comptable de documents.</a:t>
            </a: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tenir en compte per la càrrega inicial:</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Partides vives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E931910B-D994-F3D5-CB8D-ED5AB96F7B19}"/>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F636C498-460D-0FB7-A2C6-1A1671C9C94F}"/>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383364B0-BD10-ACA2-6425-FF87B87D0F7B}"/>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09059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 partir de la informació existent a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de la taula m0307 (estoc actual) i de les taules </a:t>
            </a:r>
            <a:r>
              <a:rPr lang="ca-ES" altLang="ca-ES" sz="1600" dirty="0" err="1">
                <a:solidFill>
                  <a:srgbClr val="404040"/>
                </a:solidFill>
                <a:latin typeface="Verdana" panose="020B0604030504040204" pitchFamily="34" charset="0"/>
              </a:rPr>
              <a:t>art_pmp</a:t>
            </a:r>
            <a:r>
              <a:rPr lang="ca-ES" altLang="ca-ES" sz="1600" dirty="0">
                <a:solidFill>
                  <a:srgbClr val="404040"/>
                </a:solidFill>
                <a:latin typeface="Verdana" panose="020B0604030504040204" pitchFamily="34" charset="0"/>
              </a:rPr>
              <a:t> (preu mig de compra) i </a:t>
            </a:r>
            <a:r>
              <a:rPr lang="ca-ES" altLang="ca-ES" sz="1600" dirty="0" err="1">
                <a:solidFill>
                  <a:srgbClr val="404040"/>
                </a:solidFill>
                <a:latin typeface="Verdana" panose="020B0604030504040204" pitchFamily="34" charset="0"/>
              </a:rPr>
              <a:t>art_puc</a:t>
            </a:r>
            <a:r>
              <a:rPr lang="ca-ES" altLang="ca-ES" sz="1600" dirty="0">
                <a:solidFill>
                  <a:srgbClr val="404040"/>
                </a:solidFill>
                <a:latin typeface="Verdana" panose="020B0604030504040204" pitchFamily="34" charset="0"/>
              </a:rPr>
              <a:t> (preu última compra), es generarà un llistat d'inventari pel saldo d’estoc inicial per articles, amb el seu preu de la darrera compra (si l’estoc es valora per preu últim) o pel preu mig (si l’estoc es valora per preu mig), per a ser importats a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en la data immediatament anterior a la de la posta en marxa del sistema.</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el cas de gestió per lots, caldrà fer una entrada per cada lot. El mateix per números de sèrie.</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cas que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no permeti una importació d’inventaris valorat, es generarà un document d’entrada d’estoc.</a:t>
            </a: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tenir en compte per la càrrega inicial:</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Estoc inicial</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C7180480-B694-2DFE-700E-EC351DEE1991}"/>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ABE9B5F3-41CE-0F13-BFD3-A2902A4A7ABE}"/>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F1764F49-E0F0-CB80-5AA3-3C878459D607}"/>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71356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traspassarà a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les línies de comandes pendents al moment de l’arrencada:</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Comandes pendents de rebre o servir</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Un cop realitzada aquesta importació i finalitzats els altres processos de càrrega inicial, es poden tancar els exercicis anteriors a l’actual</a:t>
            </a: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tenir en compte per la càrrega inicial:</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Línies pendents de rebre en comandes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3F26D12A-C9E7-E2FE-BE5D-AC206B0F8CE1}"/>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AD15A6B2-1A4F-4EA8-E6D2-9680AFEB5ACA}"/>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98BBD79C-11CF-C161-3AA8-4843651F509F}"/>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14627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93200" y="1984399"/>
            <a:ext cx="11223890"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Si és necessari, caldrà introduir manualment la informació relativa a: </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Empreses i parametritzacions generals (comptes d’IVA, monedes, països, etc.)</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Magatzems i transportistes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Venedors i vehicles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Parametrització i dades del TPV</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Formes de pagament, tarifes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Zones comercials, línies de producte, dades estadístiques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Unitats de mesura i les seves fórmules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Bancs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Centres de cost</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Canals</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Obres</a:t>
            </a: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No es traspassaran tampoc usuaris i la seguretat o permisos d’accés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7165485" cy="1035050"/>
          </a:xfrm>
        </p:spPr>
        <p:txBody>
          <a:bodyPr>
            <a:normAutofit/>
          </a:bodyPr>
          <a:lstStyle/>
          <a:p>
            <a:pPr algn="l"/>
            <a: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tenir en compte per la càrrega inicial:</a:t>
            </a:r>
            <a:br>
              <a:rPr lang="ca-ES" altLang="es-ES" sz="2800" kern="12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b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Informació no traspassada</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5">
            <a:extLst>
              <a:ext uri="{FF2B5EF4-FFF2-40B4-BE49-F238E27FC236}">
                <a16:creationId xmlns:a16="http://schemas.microsoft.com/office/drawing/2014/main" id="{C31D4D9A-57EA-4334-2703-6C9FE7214476}"/>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7F7F7F"/>
          </a:solidFill>
          <a:ln>
            <a:solidFill>
              <a:srgbClr val="7F7F7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75757C40-5095-C1F5-E498-F439D2EC28F9}"/>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03</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CuadroTexto 8">
            <a:extLst>
              <a:ext uri="{FF2B5EF4-FFF2-40B4-BE49-F238E27FC236}">
                <a16:creationId xmlns:a16="http://schemas.microsoft.com/office/drawing/2014/main" id="{39B157A1-7F2C-734C-4F98-33A84BC06FC8}"/>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Càrrega de dades inicials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707942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4C9A42B-C3B4-4E28-B014-BCF214DEC80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453" r="19991"/>
          <a:stretch/>
        </p:blipFill>
        <p:spPr>
          <a:xfrm flipH="1">
            <a:off x="0" y="0"/>
            <a:ext cx="7250099" cy="6858000"/>
          </a:xfrm>
          <a:prstGeom prst="rect">
            <a:avLst/>
          </a:prstGeom>
        </p:spPr>
      </p:pic>
      <p:sp>
        <p:nvSpPr>
          <p:cNvPr id="4" name="object 4"/>
          <p:cNvSpPr/>
          <p:nvPr/>
        </p:nvSpPr>
        <p:spPr>
          <a:xfrm>
            <a:off x="8711247" y="4614202"/>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4">
            <a:extLst>
              <a:ext uri="{FF2B5EF4-FFF2-40B4-BE49-F238E27FC236}">
                <a16:creationId xmlns:a16="http://schemas.microsoft.com/office/drawing/2014/main" id="{9841B8F4-7EDE-41D8-83D5-7A5F84912B57}"/>
              </a:ext>
            </a:extLst>
          </p:cNvPr>
          <p:cNvSpPr/>
          <p:nvPr/>
        </p:nvSpPr>
        <p:spPr>
          <a:xfrm>
            <a:off x="533400" y="518654"/>
            <a:ext cx="3583940" cy="2559431"/>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A6A6A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7" name="Imagen 6">
            <a:extLst>
              <a:ext uri="{FF2B5EF4-FFF2-40B4-BE49-F238E27FC236}">
                <a16:creationId xmlns:a16="http://schemas.microsoft.com/office/drawing/2014/main" id="{6D8F354A-EA2A-4811-8E75-486AA9FF548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753600" y="6112059"/>
            <a:ext cx="876127" cy="437331"/>
          </a:xfrm>
          <a:prstGeom prst="rect">
            <a:avLst/>
          </a:prstGeom>
        </p:spPr>
      </p:pic>
      <p:sp>
        <p:nvSpPr>
          <p:cNvPr id="8" name="CuadroTexto 7">
            <a:extLst>
              <a:ext uri="{FF2B5EF4-FFF2-40B4-BE49-F238E27FC236}">
                <a16:creationId xmlns:a16="http://schemas.microsoft.com/office/drawing/2014/main" id="{D4777B85-07EA-4B14-B156-550FB372875D}"/>
              </a:ext>
            </a:extLst>
          </p:cNvPr>
          <p:cNvSpPr txBox="1"/>
          <p:nvPr/>
        </p:nvSpPr>
        <p:spPr>
          <a:xfrm>
            <a:off x="10439400" y="6192224"/>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30000" noProof="0" dirty="0">
                <a:ln>
                  <a:noFill/>
                </a:ln>
                <a:solidFill>
                  <a:prstClr val="black">
                    <a:lumMod val="85000"/>
                    <a:lumOff val="15000"/>
                  </a:prstClr>
                </a:solidFill>
                <a:effectLst/>
                <a:uLnTx/>
                <a:uFillTx/>
                <a:latin typeface="Verdana" panose="020B0604030504040204" pitchFamily="34" charset="0"/>
                <a:ea typeface="Verdana" panose="020B0604030504040204" pitchFamily="34" charset="0"/>
                <a:cs typeface="+mn-cs"/>
              </a:rPr>
              <a:t>www.auren.com</a:t>
            </a:r>
            <a:endParaRPr kumimoji="0" lang="es-ES" sz="1200" b="0" i="0" u="none" strike="noStrike" kern="1200" cap="none" spc="0" normalizeH="0" baseline="0" noProof="0" dirty="0">
              <a:ln>
                <a:noFill/>
              </a:ln>
              <a:solidFill>
                <a:prstClr val="black">
                  <a:lumMod val="85000"/>
                  <a:lumOff val="15000"/>
                </a:prstClr>
              </a:solidFill>
              <a:effectLst/>
              <a:uLnTx/>
              <a:uFillTx/>
              <a:latin typeface="Verdana" panose="020B0604030504040204" pitchFamily="34" charset="0"/>
              <a:ea typeface="Verdana" panose="020B0604030504040204" pitchFamily="34" charset="0"/>
              <a:cs typeface="+mn-cs"/>
            </a:endParaRPr>
          </a:p>
        </p:txBody>
      </p:sp>
      <p:sp>
        <p:nvSpPr>
          <p:cNvPr id="9" name="CuadroTexto 8">
            <a:extLst>
              <a:ext uri="{FF2B5EF4-FFF2-40B4-BE49-F238E27FC236}">
                <a16:creationId xmlns:a16="http://schemas.microsoft.com/office/drawing/2014/main" id="{94E1B4B6-E598-4EBF-A5AD-3C67C206B7A3}"/>
              </a:ext>
            </a:extLst>
          </p:cNvPr>
          <p:cNvSpPr txBox="1"/>
          <p:nvPr/>
        </p:nvSpPr>
        <p:spPr>
          <a:xfrm>
            <a:off x="538978" y="555231"/>
            <a:ext cx="3420839" cy="2131353"/>
          </a:xfrm>
          <a:prstGeom prst="rect">
            <a:avLst/>
          </a:prstGeom>
          <a:noFill/>
        </p:spPr>
        <p:txBody>
          <a:bodyPr wrap="square" rtlCol="0">
            <a:spAutoFit/>
          </a:bodyPr>
          <a:lstStyle/>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es-ES" sz="5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04</a:t>
            </a:r>
            <a:endParaRPr kumimoji="0" lang="es-ES" sz="2800" b="0" i="0" u="none" strike="noStrike" kern="1200" cap="none" spc="-15"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ca-ES" sz="2800" b="0" i="0" u="none" strike="noStrike" kern="1200" cap="none" spc="-15" normalizeH="0" baseline="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Formats i informes</a:t>
            </a:r>
            <a:endParaRPr kumimoji="0" lang="ca-ES" sz="5400" b="0" i="0" u="none" strike="noStrike" kern="1200" cap="none" spc="0" normalizeH="0" baseline="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15658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permet definir de forma ràpida formats de documents per a comandes, albarans, factures. Permet un model bàsic de format a escollir entre 4 plantilles.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 través de Studio pot realitzar-se una personalització dels reports estàndard, per afegir per exemple un text per a un determinat client. Tanmateix, aquesta personalització no es pot transportar d’una instal·lació a una altra. </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Alternativament es pot utilitzar </a:t>
            </a:r>
            <a:r>
              <a:rPr lang="ca-ES" altLang="ca-ES" sz="1600" dirty="0" err="1">
                <a:solidFill>
                  <a:srgbClr val="404040"/>
                </a:solidFill>
                <a:latin typeface="Verdana" panose="020B0604030504040204" pitchFamily="34" charset="0"/>
              </a:rPr>
              <a:t>QWeb</a:t>
            </a:r>
            <a:r>
              <a:rPr lang="ca-ES" altLang="ca-ES" sz="1600" dirty="0">
                <a:solidFill>
                  <a:srgbClr val="404040"/>
                </a:solidFill>
                <a:latin typeface="Verdana" panose="020B0604030504040204" pitchFamily="34" charset="0"/>
              </a:rPr>
              <a:t>/Reports, una eina que permet dissenyar els documentes en HTML i renderitzar-los a PDF en base a la definició d’unes plantilles. Aquestes plantilles es poden personalitzar completament i afegir per exemple codis QR o definir les mides del paper per a la seva impressió. Suporta també la traducció de documents, per exemple utilitzar l’idioma del client.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err="1">
                <a:solidFill>
                  <a:srgbClr val="404040"/>
                </a:solidFill>
                <a:latin typeface="Verdana" panose="020B0604030504040204" pitchFamily="34" charset="0"/>
              </a:rPr>
              <a:t>QWeb</a:t>
            </a:r>
            <a:r>
              <a:rPr lang="ca-ES" altLang="ca-ES" sz="1600" dirty="0">
                <a:solidFill>
                  <a:srgbClr val="404040"/>
                </a:solidFill>
                <a:latin typeface="Verdana" panose="020B0604030504040204" pitchFamily="34" charset="0"/>
              </a:rPr>
              <a:t> permet també la inclusió de sentències SQL per a l’obtenció de dades a incorporar als informes.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No es possible utilitzar altres generadors d’informes externs en </a:t>
            </a:r>
            <a:r>
              <a:rPr lang="ca-ES" altLang="ca-ES" sz="1600" dirty="0" err="1">
                <a:solidFill>
                  <a:srgbClr val="404040"/>
                </a:solidFill>
                <a:latin typeface="Verdana" panose="020B0604030504040204" pitchFamily="34" charset="0"/>
              </a:rPr>
              <a:t>Odoo-sh</a:t>
            </a:r>
            <a:r>
              <a:rPr lang="ca-ES" altLang="ca-ES" sz="1600" dirty="0">
                <a:solidFill>
                  <a:srgbClr val="404040"/>
                </a:solidFill>
                <a:latin typeface="Verdana" panose="020B0604030504040204" pitchFamily="34" charset="0"/>
              </a:rPr>
              <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Formats de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documents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object 5">
            <a:extLst>
              <a:ext uri="{FF2B5EF4-FFF2-40B4-BE49-F238E27FC236}">
                <a16:creationId xmlns:a16="http://schemas.microsoft.com/office/drawing/2014/main" id="{C7D3C498-AD1B-C084-3773-78DD3B353071}"/>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A6A6A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29BEC1FA-87A5-2BB3-6FD8-9A219289DF03}"/>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04</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CuadroTexto 5">
            <a:extLst>
              <a:ext uri="{FF2B5EF4-FFF2-40B4-BE49-F238E27FC236}">
                <a16:creationId xmlns:a16="http://schemas.microsoft.com/office/drawing/2014/main" id="{FA8E1DBD-8D70-FBB3-AB4E-B39BC2AAA975}"/>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Formats i informes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739076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 efectes de l’entrada en vigor del nou reglament de facturació, cal tenir en compte que serà necessari complir els requeriments de VERI*FACTU</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D’aquesta manera caldrà adaptar els formats d’impressió de factures per tal de complir amb els nous requeriments legals. Dins aquests requeriments hi ha la necessitat d’imprimir codis QR amb la informació de la factura i el seu </a:t>
            </a:r>
            <a:r>
              <a:rPr lang="ca-ES" altLang="ca-ES" sz="1600" dirty="0" err="1">
                <a:solidFill>
                  <a:srgbClr val="404040"/>
                </a:solidFill>
                <a:latin typeface="Verdana" panose="020B0604030504040204" pitchFamily="34" charset="0"/>
              </a:rPr>
              <a:t>hash</a:t>
            </a:r>
            <a:r>
              <a:rPr lang="ca-ES" altLang="ca-ES" sz="1600" dirty="0">
                <a:solidFill>
                  <a:srgbClr val="404040"/>
                </a:solidFill>
                <a:latin typeface="Verdana" panose="020B0604030504040204" pitchFamily="34" charset="0"/>
              </a:rPr>
              <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Considerant aquestes necessitats i la conveniència de la portabilitat dels desenvolupaments per optimitzar les hores en cada implantació, el més raonable serà la utilització de </a:t>
            </a:r>
            <a:r>
              <a:rPr lang="ca-ES" altLang="ca-ES" sz="1600" dirty="0" err="1">
                <a:solidFill>
                  <a:srgbClr val="404040"/>
                </a:solidFill>
                <a:latin typeface="Verdana" panose="020B0604030504040204" pitchFamily="34" charset="0"/>
              </a:rPr>
              <a:t>Qweb</a:t>
            </a:r>
            <a:r>
              <a:rPr lang="ca-ES" altLang="ca-ES" sz="1600" dirty="0">
                <a:solidFill>
                  <a:srgbClr val="404040"/>
                </a:solidFill>
                <a:latin typeface="Verdana" panose="020B0604030504040204" pitchFamily="34" charset="0"/>
              </a:rPr>
              <a:t> per al desenvolupament d’un paquet de formats d’impressió estàndard, que es pugui reutilitzar tant per a clients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com per a nous clients.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 al disseny de plantilles de forma àgil, existeixen utilitzats de tipus WYSYGYT que permeten de forma visual generar </a:t>
            </a:r>
            <a:r>
              <a:rPr lang="ca-ES" altLang="ca-ES" sz="1600" dirty="0" err="1">
                <a:solidFill>
                  <a:srgbClr val="404040"/>
                </a:solidFill>
                <a:latin typeface="Verdana" panose="020B0604030504040204" pitchFamily="34" charset="0"/>
              </a:rPr>
              <a:t>l’html</a:t>
            </a:r>
            <a:r>
              <a:rPr lang="ca-ES" altLang="ca-ES" sz="1600" dirty="0">
                <a:solidFill>
                  <a:srgbClr val="404040"/>
                </a:solidFill>
                <a:latin typeface="Verdana" panose="020B0604030504040204" pitchFamily="34" charset="0"/>
              </a:rPr>
              <a:t> que formarà part de les plantilles dels reports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crearà una </a:t>
            </a:r>
            <a:r>
              <a:rPr lang="ca-ES" altLang="ca-ES" sz="1600" dirty="0" err="1">
                <a:solidFill>
                  <a:srgbClr val="404040"/>
                </a:solidFill>
                <a:latin typeface="Verdana" panose="020B0604030504040204" pitchFamily="34" charset="0"/>
              </a:rPr>
              <a:t>App</a:t>
            </a:r>
            <a:r>
              <a:rPr lang="ca-ES" altLang="ca-ES" sz="1600" dirty="0">
                <a:solidFill>
                  <a:srgbClr val="404040"/>
                </a:solidFill>
                <a:latin typeface="Verdana" panose="020B0604030504040204" pitchFamily="34" charset="0"/>
              </a:rPr>
              <a:t> “Formats de Documents” que portarà </a:t>
            </a:r>
            <a:r>
              <a:rPr lang="ca-ES" altLang="ca-ES" sz="1600" dirty="0" err="1">
                <a:solidFill>
                  <a:srgbClr val="404040"/>
                </a:solidFill>
                <a:latin typeface="Verdana" panose="020B0604030504040204" pitchFamily="34" charset="0"/>
              </a:rPr>
              <a:t>predissenyats</a:t>
            </a:r>
            <a:r>
              <a:rPr lang="ca-ES" altLang="ca-ES" sz="1600" dirty="0">
                <a:solidFill>
                  <a:srgbClr val="404040"/>
                </a:solidFill>
                <a:latin typeface="Verdana" panose="020B0604030504040204" pitchFamily="34" charset="0"/>
              </a:rPr>
              <a:t> els nostres models estàndard de formats de documents, mitjançant </a:t>
            </a:r>
            <a:r>
              <a:rPr lang="ca-ES" altLang="ca-ES" sz="1600" dirty="0" err="1">
                <a:solidFill>
                  <a:srgbClr val="404040"/>
                </a:solidFill>
                <a:latin typeface="Verdana" panose="020B0604030504040204" pitchFamily="34" charset="0"/>
              </a:rPr>
              <a:t>QWeb</a:t>
            </a:r>
            <a:r>
              <a:rPr lang="ca-ES" altLang="ca-ES" sz="1600" dirty="0">
                <a:solidFill>
                  <a:srgbClr val="404040"/>
                </a:solidFill>
                <a:latin typeface="Verdana" panose="020B0604030504040204" pitchFamily="34" charset="0"/>
              </a:rPr>
              <a:t>/Reports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Formats de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documents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object 5">
            <a:extLst>
              <a:ext uri="{FF2B5EF4-FFF2-40B4-BE49-F238E27FC236}">
                <a16:creationId xmlns:a16="http://schemas.microsoft.com/office/drawing/2014/main" id="{C7D3C498-AD1B-C084-3773-78DD3B353071}"/>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A6A6A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29BEC1FA-87A5-2BB3-6FD8-9A219289DF03}"/>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04</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CuadroTexto 5">
            <a:extLst>
              <a:ext uri="{FF2B5EF4-FFF2-40B4-BE49-F238E27FC236}">
                <a16:creationId xmlns:a16="http://schemas.microsoft.com/office/drawing/2014/main" id="{FA8E1DBD-8D70-FBB3-AB4E-B39BC2AAA975}"/>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Formats i informes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74002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determinats casos, com per exemple en una operativa de TPV, es requereix una impressió directa</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és una aplicació web, allotjada remotament, i per tant el control d’impressores locals requereix de VPN, no disponible per a </a:t>
            </a:r>
            <a:r>
              <a:rPr lang="ca-ES" altLang="ca-ES" sz="1600" dirty="0" err="1">
                <a:solidFill>
                  <a:srgbClr val="404040"/>
                </a:solidFill>
                <a:latin typeface="Verdana" panose="020B0604030504040204" pitchFamily="34" charset="0"/>
              </a:rPr>
              <a:t>Odoo-sh</a:t>
            </a:r>
            <a:r>
              <a:rPr lang="ca-ES" altLang="ca-ES" sz="1600" dirty="0">
                <a:solidFill>
                  <a:srgbClr val="404040"/>
                </a:solidFill>
                <a:latin typeface="Verdana" panose="020B0604030504040204" pitchFamily="34" charset="0"/>
              </a:rPr>
              <a:t>. Per a solucionar aquesta necessitat hi ha 2 alternatives: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Utilització del dispositiu </a:t>
            </a:r>
            <a:r>
              <a:rPr lang="ca-ES" altLang="ca-ES" sz="1600" dirty="0" err="1">
                <a:solidFill>
                  <a:srgbClr val="404040"/>
                </a:solidFill>
                <a:latin typeface="Verdana" panose="020B0604030504040204" pitchFamily="34" charset="0"/>
              </a:rPr>
              <a:t>IoT</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Només permet la impressió des de mòduls estàndard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Enterprise</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funció del nombre i ubicació de dispositius, se’n pot requerir més d’un</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Suportat per </a:t>
            </a:r>
            <a:r>
              <a:rPr lang="ca-ES" altLang="ca-ES" sz="1600" dirty="0" err="1">
                <a:solidFill>
                  <a:srgbClr val="404040"/>
                </a:solidFill>
                <a:latin typeface="Verdana" panose="020B0604030504040204" pitchFamily="34" charset="0"/>
              </a:rPr>
              <a:t>Odoo</a:t>
            </a:r>
            <a:endParaRPr lang="ca-ES" altLang="ca-ES" sz="1600" dirty="0">
              <a:solidFill>
                <a:srgbClr val="404040"/>
              </a:solidFill>
              <a:latin typeface="Verdana" panose="020B0604030504040204" pitchFamily="34" charset="0"/>
            </a:endParaRPr>
          </a:p>
          <a:p>
            <a:pPr marL="12573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Utilització d’un software específic instal·lat en els ordinadors clients:</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Al Marketplace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hi ha </a:t>
            </a:r>
            <a:r>
              <a:rPr lang="ca-ES" altLang="ca-ES" sz="1600" dirty="0" err="1">
                <a:solidFill>
                  <a:srgbClr val="404040"/>
                </a:solidFill>
                <a:latin typeface="Verdana" panose="020B0604030504040204" pitchFamily="34" charset="0"/>
              </a:rPr>
              <a:t>l’App</a:t>
            </a:r>
            <a:r>
              <a:rPr lang="ca-ES" altLang="ca-ES" sz="1600" dirty="0">
                <a:solidFill>
                  <a:srgbClr val="404040"/>
                </a:solidFill>
                <a:latin typeface="Verdana" panose="020B0604030504040204" pitchFamily="34" charset="0"/>
              </a:rPr>
              <a:t> </a:t>
            </a:r>
            <a:r>
              <a:rPr lang="en-US" sz="1600" dirty="0">
                <a:hlinkClick r:id="rId3"/>
              </a:rPr>
              <a:t>Odoo Direct Print PRO | Odoo Apps Store</a:t>
            </a:r>
            <a:endParaRPr lang="en-US" sz="1600" dirty="0"/>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recomana valorar-la i en cas positiu, oferir-la comercialment als clients amb aquesta necessitat urgent, com a part complementària de la nostra oferta</a:t>
            </a:r>
          </a:p>
          <a:p>
            <a:pPr marL="12573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Alternativament, realitzarem un desenvolupament propi per a la gestió remota de diversos dispositius, que estarà disponible més endavant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en-US" sz="1600" dirty="0">
              <a:hlinkClick r:id="rId3"/>
            </a:endParaRPr>
          </a:p>
          <a:p>
            <a:pPr marL="342900" indent="-342900" algn="just">
              <a:buClr>
                <a:srgbClr val="C00000"/>
              </a:buClr>
              <a:buFont typeface="Arial" panose="020B0604020202020204" pitchFamily="34" charset="0"/>
              <a:buChar char="•"/>
            </a:pPr>
            <a:endParaRPr lang="en-US" sz="1600" dirty="0">
              <a:hlinkClick r:id="rId3"/>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Impressió de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documents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object 5">
            <a:extLst>
              <a:ext uri="{FF2B5EF4-FFF2-40B4-BE49-F238E27FC236}">
                <a16:creationId xmlns:a16="http://schemas.microsoft.com/office/drawing/2014/main" id="{C7D3C498-AD1B-C084-3773-78DD3B353071}"/>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A6A6A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29BEC1FA-87A5-2BB3-6FD8-9A219289DF03}"/>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04</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CuadroTexto 5">
            <a:extLst>
              <a:ext uri="{FF2B5EF4-FFF2-40B4-BE49-F238E27FC236}">
                <a16:creationId xmlns:a16="http://schemas.microsoft.com/office/drawing/2014/main" id="{FA8E1DBD-8D70-FBB3-AB4E-B39BC2AAA975}"/>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Formats i informes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56607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Si algun client encara utilitza impressores d’agulles, el renderitzat de PDF pot ser ineficient, i es necessitaran plantilles específiques, sense imatges gràfiques.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el moment que entri la vigència d’impressió de codis QR, aquesta impressió no seria viable amb una impressora d’agulles.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 aquests motius, caldrà deixar clar comercialment i de forma prèvia a la contractació dels projectes que la utilització d’impressores d’agulles no es recomanable, i en cas que el client igualment ho desitgi, caldrà valorar de forma específica l’adaptació dels formats als seus dispositius en concret.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en-US" sz="1600" dirty="0">
              <a:hlinkClick r:id="rId3"/>
            </a:endParaRPr>
          </a:p>
          <a:p>
            <a:pPr marL="342900" indent="-342900" algn="just">
              <a:buClr>
                <a:srgbClr val="C00000"/>
              </a:buClr>
              <a:buFont typeface="Arial" panose="020B0604020202020204" pitchFamily="34" charset="0"/>
              <a:buChar char="•"/>
            </a:pPr>
            <a:endParaRPr lang="en-US" sz="1600" dirty="0">
              <a:hlinkClick r:id="rId3"/>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Impressió de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documents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object 5">
            <a:extLst>
              <a:ext uri="{FF2B5EF4-FFF2-40B4-BE49-F238E27FC236}">
                <a16:creationId xmlns:a16="http://schemas.microsoft.com/office/drawing/2014/main" id="{C7D3C498-AD1B-C084-3773-78DD3B353071}"/>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A6A6A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29BEC1FA-87A5-2BB3-6FD8-9A219289DF03}"/>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04</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CuadroTexto 5">
            <a:extLst>
              <a:ext uri="{FF2B5EF4-FFF2-40B4-BE49-F238E27FC236}">
                <a16:creationId xmlns:a16="http://schemas.microsoft.com/office/drawing/2014/main" id="{FA8E1DBD-8D70-FBB3-AB4E-B39BC2AAA975}"/>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Formats i informes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924100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com a sistema de gestió tradicional incorpora un nombre elevat d’informes per a ser impresos.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Addicionalment incorpora l’eina </a:t>
            </a:r>
            <a:r>
              <a:rPr lang="ca-ES" altLang="ca-ES" sz="1600" dirty="0" err="1">
                <a:solidFill>
                  <a:srgbClr val="404040"/>
                </a:solidFill>
                <a:latin typeface="Verdana" panose="020B0604030504040204" pitchFamily="34" charset="0"/>
              </a:rPr>
              <a:t>Cènit</a:t>
            </a:r>
            <a:r>
              <a:rPr lang="ca-ES" altLang="ca-ES" sz="1600" dirty="0">
                <a:solidFill>
                  <a:srgbClr val="404040"/>
                </a:solidFill>
                <a:latin typeface="Verdana" panose="020B0604030504040204" pitchFamily="34" charset="0"/>
              </a:rPr>
              <a:t> per a la personalització d’informes, fins i tot permet que des de determinats informes es pugui alterar la base de dades. Molts clients disposen d’un elevat número d’informes personalitzats per medis propis.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no incorpora cap eina de confecció d’informes tradicional. Els informes es programen mitjançant la mateixa eina </a:t>
            </a:r>
            <a:r>
              <a:rPr lang="ca-ES" altLang="ca-ES" sz="1600" dirty="0" err="1">
                <a:solidFill>
                  <a:srgbClr val="404040"/>
                </a:solidFill>
                <a:latin typeface="Verdana" panose="020B0604030504040204" pitchFamily="34" charset="0"/>
              </a:rPr>
              <a:t>QWeb</a:t>
            </a:r>
            <a:r>
              <a:rPr lang="ca-ES" altLang="ca-ES" sz="1600" dirty="0">
                <a:solidFill>
                  <a:srgbClr val="404040"/>
                </a:solidFill>
                <a:latin typeface="Verdana" panose="020B0604030504040204" pitchFamily="34" charset="0"/>
              </a:rPr>
              <a:t>/Reports.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una visió actual d’un sistema d'informació, les consultes es realitzen en pantalla, mitjançant sistemes de consulta a nivell d’usuari, i no es gasta paper innecessàriament.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permet definir consultes en pantalla sobre els objectes propis de l’aplicació, i aquestes consultes poden ser exportades a un full de càlcul, des d’on es poden imprimir si cal. Tanmateix, no és possible exportar els models d’aquestes consultes per aprofitar-les en altres projectes.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Consideracions sobre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informes</a:t>
            </a:r>
            <a:endParaRPr lang="ca-ES" altLang="es-ES" sz="2800"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object 5">
            <a:extLst>
              <a:ext uri="{FF2B5EF4-FFF2-40B4-BE49-F238E27FC236}">
                <a16:creationId xmlns:a16="http://schemas.microsoft.com/office/drawing/2014/main" id="{C7D3C498-AD1B-C084-3773-78DD3B353071}"/>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A6A6A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29BEC1FA-87A5-2BB3-6FD8-9A219289DF03}"/>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04</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CuadroTexto 5">
            <a:extLst>
              <a:ext uri="{FF2B5EF4-FFF2-40B4-BE49-F238E27FC236}">
                <a16:creationId xmlns:a16="http://schemas.microsoft.com/office/drawing/2014/main" id="{FA8E1DBD-8D70-FBB3-AB4E-B39BC2AAA975}"/>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Formats i informes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93192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8">
            <a:extLst>
              <a:ext uri="{FF2B5EF4-FFF2-40B4-BE49-F238E27FC236}">
                <a16:creationId xmlns:a16="http://schemas.microsoft.com/office/drawing/2014/main" id="{C6583390-B2A5-4C62-B758-095AF61DB88F}"/>
              </a:ext>
            </a:extLst>
          </p:cNvPr>
          <p:cNvSpPr/>
          <p:nvPr/>
        </p:nvSpPr>
        <p:spPr>
          <a:xfrm>
            <a:off x="9526821" y="523720"/>
            <a:ext cx="180340" cy="180340"/>
          </a:xfrm>
          <a:custGeom>
            <a:avLst/>
            <a:gdLst/>
            <a:ahLst/>
            <a:cxnLst/>
            <a:rect l="l" t="t" r="r" b="b"/>
            <a:pathLst>
              <a:path w="180340"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endParaRPr lang="ca-ES"/>
          </a:p>
        </p:txBody>
      </p:sp>
      <p:sp>
        <p:nvSpPr>
          <p:cNvPr id="5" name="object 9">
            <a:extLst>
              <a:ext uri="{FF2B5EF4-FFF2-40B4-BE49-F238E27FC236}">
                <a16:creationId xmlns:a16="http://schemas.microsoft.com/office/drawing/2014/main" id="{9F517598-315A-474C-A806-D7F12D81019E}"/>
              </a:ext>
            </a:extLst>
          </p:cNvPr>
          <p:cNvSpPr/>
          <p:nvPr/>
        </p:nvSpPr>
        <p:spPr>
          <a:xfrm>
            <a:off x="9811073" y="52372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endParaRPr lang="ca-ES"/>
          </a:p>
        </p:txBody>
      </p:sp>
      <p:sp>
        <p:nvSpPr>
          <p:cNvPr id="35" name="CuadroTexto 34">
            <a:extLst>
              <a:ext uri="{FF2B5EF4-FFF2-40B4-BE49-F238E27FC236}">
                <a16:creationId xmlns:a16="http://schemas.microsoft.com/office/drawing/2014/main" id="{4DB1563F-3F5A-49AD-8963-C5F6972A9E60}"/>
              </a:ext>
            </a:extLst>
          </p:cNvPr>
          <p:cNvSpPr txBox="1"/>
          <p:nvPr/>
        </p:nvSpPr>
        <p:spPr>
          <a:xfrm>
            <a:off x="10538861" y="6244316"/>
            <a:ext cx="13284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ca-ES" sz="1200" b="0" i="0" u="none" strike="noStrike" kern="1200" cap="none" spc="0" normalizeH="0" baseline="30000">
                <a:ln>
                  <a:noFill/>
                </a:ln>
                <a:solidFill>
                  <a:schemeClr val="bg2">
                    <a:lumMod val="10000"/>
                  </a:schemeClr>
                </a:solidFill>
                <a:effectLst/>
                <a:uLnTx/>
                <a:uFillTx/>
                <a:latin typeface="Verdana" panose="020B0604030504040204" pitchFamily="34" charset="0"/>
                <a:ea typeface="Verdana" panose="020B0604030504040204" pitchFamily="34" charset="0"/>
                <a:cs typeface="+mn-cs"/>
              </a:rPr>
              <a:t>www.auren.com</a:t>
            </a:r>
            <a:endParaRPr kumimoji="0" lang="ca-ES" sz="1200" b="0" i="0" u="none" strike="noStrike" kern="1200" cap="none" spc="0" normalizeH="0" baseline="0">
              <a:ln>
                <a:noFill/>
              </a:ln>
              <a:solidFill>
                <a:schemeClr val="bg2">
                  <a:lumMod val="10000"/>
                </a:schemeClr>
              </a:solidFill>
              <a:effectLst/>
              <a:uLnTx/>
              <a:uFillTx/>
              <a:latin typeface="Verdana" panose="020B0604030504040204" pitchFamily="34" charset="0"/>
              <a:ea typeface="Verdana" panose="020B0604030504040204" pitchFamily="34" charset="0"/>
              <a:cs typeface="+mn-cs"/>
            </a:endParaRPr>
          </a:p>
        </p:txBody>
      </p:sp>
      <p:pic>
        <p:nvPicPr>
          <p:cNvPr id="36" name="Imagen 35">
            <a:extLst>
              <a:ext uri="{FF2B5EF4-FFF2-40B4-BE49-F238E27FC236}">
                <a16:creationId xmlns:a16="http://schemas.microsoft.com/office/drawing/2014/main" id="{357ECBF8-7998-4FD8-9B3F-78A9BB189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53061" y="6164151"/>
            <a:ext cx="876127" cy="437331"/>
          </a:xfrm>
          <a:prstGeom prst="rect">
            <a:avLst/>
          </a:prstGeom>
        </p:spPr>
      </p:pic>
      <p:sp>
        <p:nvSpPr>
          <p:cNvPr id="38" name="Marcador de contenido 3">
            <a:extLst>
              <a:ext uri="{FF2B5EF4-FFF2-40B4-BE49-F238E27FC236}">
                <a16:creationId xmlns:a16="http://schemas.microsoft.com/office/drawing/2014/main" id="{98BC3DC3-E871-4CE6-A292-CC30A4D14A2A}"/>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els projectes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cal enfocar la visió sobre els informes a una visió actual i moderna, evitant el desenvolupament d’informes i educant els clients a que la informació es consumeix en línia, de forma dinàmica i sense necessitat de programació</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S’inclourà en els projectes una partida per a la formació als usuaris per la confecció de les seves plantilles de consultes, limitant comercialment el nombre de plantilles a configurar. No s’inclourà de forma estàndard en un projecte de migració el traspàs d’informes </a:t>
            </a:r>
            <a:r>
              <a:rPr lang="ca-ES" altLang="ca-ES" sz="1600" dirty="0" err="1">
                <a:solidFill>
                  <a:srgbClr val="404040"/>
                </a:solidFill>
                <a:latin typeface="Verdana" panose="020B0604030504040204" pitchFamily="34" charset="0"/>
              </a:rPr>
              <a:t>d’XSinfo</a:t>
            </a: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els projectes s’inclouran els formats d’impressió estàndards Auren: comandes, albarans, factures, instal·lant la nostra </a:t>
            </a:r>
            <a:r>
              <a:rPr lang="ca-ES" altLang="ca-ES" sz="1600" dirty="0" err="1">
                <a:solidFill>
                  <a:srgbClr val="404040"/>
                </a:solidFill>
                <a:latin typeface="Verdana" panose="020B0604030504040204" pitchFamily="34" charset="0"/>
              </a:rPr>
              <a:t>App</a:t>
            </a:r>
            <a:r>
              <a:rPr lang="ca-ES" altLang="ca-ES" sz="1600" dirty="0">
                <a:solidFill>
                  <a:srgbClr val="404040"/>
                </a:solidFill>
                <a:latin typeface="Verdana" panose="020B0604030504040204" pitchFamily="34" charset="0"/>
              </a:rPr>
              <a:t> “Formats de Documents”. Aquesta solució permet la posterior personalització específica per a un client mitjançant Studio, contra hores de projecte</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No es permetrà cap personalització o modificació de dades, tal com es feia des de </a:t>
            </a:r>
            <a:r>
              <a:rPr lang="ca-ES" altLang="ca-ES" sz="1600" dirty="0" err="1">
                <a:solidFill>
                  <a:srgbClr val="404040"/>
                </a:solidFill>
                <a:latin typeface="Verdana" panose="020B0604030504040204" pitchFamily="34" charset="0"/>
              </a:rPr>
              <a:t>Cènit</a:t>
            </a:r>
            <a:r>
              <a:rPr lang="ca-ES" altLang="ca-ES" sz="1600" dirty="0">
                <a:solidFill>
                  <a:srgbClr val="404040"/>
                </a:solidFill>
                <a:latin typeface="Verdana" panose="020B0604030504040204" pitchFamily="34" charset="0"/>
              </a:rPr>
              <a:t>. Qualsevol necessitat en aquest sentit haurà de ser tractada com a projecte de desenvolupament a part i no formarà part de la migració </a:t>
            </a:r>
            <a:r>
              <a:rPr lang="ca-ES" altLang="ca-ES" sz="1600" dirty="0" err="1">
                <a:solidFill>
                  <a:srgbClr val="404040"/>
                </a:solidFill>
                <a:latin typeface="Verdana" panose="020B0604030504040204" pitchFamily="34" charset="0"/>
              </a:rPr>
              <a:t>estàndar</a:t>
            </a: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13" name="Título 1">
            <a:extLst>
              <a:ext uri="{FF2B5EF4-FFF2-40B4-BE49-F238E27FC236}">
                <a16:creationId xmlns:a16="http://schemas.microsoft.com/office/drawing/2014/main" id="{4A984FC6-0EB4-4159-90C0-BA6BAAC4926B}"/>
              </a:ext>
            </a:extLst>
          </p:cNvPr>
          <p:cNvSpPr>
            <a:spLocks noGrp="1" noChangeArrowheads="1"/>
          </p:cNvSpPr>
          <p:nvPr>
            <p:ph type="title"/>
          </p:nvPr>
        </p:nvSpPr>
        <p:spPr>
          <a:xfrm>
            <a:off x="2257424" y="609600"/>
            <a:ext cx="6950185" cy="1035050"/>
          </a:xfrm>
        </p:spPr>
        <p:txBody>
          <a:bodyPr>
            <a:normAutofit/>
          </a:bodyPr>
          <a:lstStyle/>
          <a:p>
            <a:pPr algn="l"/>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Consideracions </a:t>
            </a:r>
            <a:r>
              <a:rPr lang="ca-ES" altLang="es-ES" sz="2800" kern="120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finals </a:t>
            </a:r>
            <a:r>
              <a:rPr lang="ca-ES" altLang="es-ES" sz="280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sobre informes</a:t>
            </a:r>
          </a:p>
        </p:txBody>
      </p:sp>
      <p:sp>
        <p:nvSpPr>
          <p:cNvPr id="2" name="object 5">
            <a:extLst>
              <a:ext uri="{FF2B5EF4-FFF2-40B4-BE49-F238E27FC236}">
                <a16:creationId xmlns:a16="http://schemas.microsoft.com/office/drawing/2014/main" id="{96DA06D9-B17B-2962-D864-07A237A7B2BA}"/>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A6A6A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C69A2128-953B-075C-C51F-3A82C3E4B639}"/>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04</a:t>
            </a:r>
            <a:endParaRPr kumimoji="0" lang="es-E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CuadroTexto 5">
            <a:extLst>
              <a:ext uri="{FF2B5EF4-FFF2-40B4-BE49-F238E27FC236}">
                <a16:creationId xmlns:a16="http://schemas.microsoft.com/office/drawing/2014/main" id="{72E00D37-BC45-70E8-A10D-49F8D77DAAEB}"/>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Formats i informes</a:t>
            </a:r>
            <a:endParaRPr lang="ca-E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185833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87C52EA-0FE8-4415-8744-5C645924A0C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4916" r="1330" b="18559"/>
          <a:stretch/>
        </p:blipFill>
        <p:spPr>
          <a:xfrm>
            <a:off x="1447799" y="0"/>
            <a:ext cx="6937311" cy="6562128"/>
          </a:xfrm>
          <a:prstGeom prst="rect">
            <a:avLst/>
          </a:prstGeom>
        </p:spPr>
      </p:pic>
      <p:sp>
        <p:nvSpPr>
          <p:cNvPr id="10" name="object 10"/>
          <p:cNvSpPr/>
          <p:nvPr/>
        </p:nvSpPr>
        <p:spPr>
          <a:xfrm>
            <a:off x="7343000" y="5433352"/>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4">
            <a:extLst>
              <a:ext uri="{FF2B5EF4-FFF2-40B4-BE49-F238E27FC236}">
                <a16:creationId xmlns:a16="http://schemas.microsoft.com/office/drawing/2014/main" id="{1CC070A6-174D-4A86-89C1-D7F8E5178EE1}"/>
              </a:ext>
            </a:extLst>
          </p:cNvPr>
          <p:cNvSpPr/>
          <p:nvPr/>
        </p:nvSpPr>
        <p:spPr>
          <a:xfrm>
            <a:off x="533400" y="555231"/>
            <a:ext cx="3583940" cy="2559431"/>
          </a:xfrm>
          <a:custGeom>
            <a:avLst/>
            <a:gdLst/>
            <a:ahLst/>
            <a:cxnLst/>
            <a:rect l="l" t="t" r="r" b="b"/>
            <a:pathLst>
              <a:path w="1593215" h="1128395">
                <a:moveTo>
                  <a:pt x="1592592" y="0"/>
                </a:moveTo>
                <a:lnTo>
                  <a:pt x="0" y="0"/>
                </a:lnTo>
                <a:lnTo>
                  <a:pt x="0" y="1128001"/>
                </a:lnTo>
                <a:lnTo>
                  <a:pt x="1592592" y="1128001"/>
                </a:lnTo>
                <a:lnTo>
                  <a:pt x="1592592" y="0"/>
                </a:lnTo>
                <a:close/>
              </a:path>
            </a:pathLst>
          </a:custGeom>
          <a:solidFill>
            <a:schemeClr val="bg1">
              <a:lumMod val="6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CuadroTexto 1">
            <a:extLst>
              <a:ext uri="{FF2B5EF4-FFF2-40B4-BE49-F238E27FC236}">
                <a16:creationId xmlns:a16="http://schemas.microsoft.com/office/drawing/2014/main" id="{35EFED9A-FF78-16A5-B01B-084228D7AB87}"/>
              </a:ext>
            </a:extLst>
          </p:cNvPr>
          <p:cNvSpPr txBox="1"/>
          <p:nvPr/>
        </p:nvSpPr>
        <p:spPr>
          <a:xfrm>
            <a:off x="538978" y="555231"/>
            <a:ext cx="3502670" cy="2131353"/>
          </a:xfrm>
          <a:prstGeom prst="rect">
            <a:avLst/>
          </a:prstGeom>
          <a:noFill/>
        </p:spPr>
        <p:txBody>
          <a:bodyPr wrap="square" rtlCol="0">
            <a:spAutoFit/>
          </a:bodyPr>
          <a:lstStyle/>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es-ES" sz="5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05</a:t>
            </a:r>
            <a:endParaRPr kumimoji="0" lang="es-ES" sz="2800" b="0" i="0" u="none" strike="noStrike" kern="1200" cap="none" spc="-15"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ca-ES" sz="2800" b="0" i="0" u="none" strike="noStrike" kern="1200" cap="none" spc="-15"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Específics sectorials</a:t>
            </a:r>
            <a:endParaRPr kumimoji="0" lang="ca-ES" sz="5400" b="0" i="0" u="none" strike="noStrike" kern="1200" cap="none" spc="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79597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5">
            <a:extLst>
              <a:ext uri="{FF2B5EF4-FFF2-40B4-BE49-F238E27FC236}">
                <a16:creationId xmlns:a16="http://schemas.microsoft.com/office/drawing/2014/main" id="{7C171F74-D627-E065-ED4E-33879CF51AFD}"/>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6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CuadroTexto 10">
            <a:extLst>
              <a:ext uri="{FF2B5EF4-FFF2-40B4-BE49-F238E27FC236}">
                <a16:creationId xmlns:a16="http://schemas.microsoft.com/office/drawing/2014/main" id="{8243EC84-1904-4338-94D3-7CE58DD9FB9C}"/>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05</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object 10">
            <a:extLst>
              <a:ext uri="{FF2B5EF4-FFF2-40B4-BE49-F238E27FC236}">
                <a16:creationId xmlns:a16="http://schemas.microsoft.com/office/drawing/2014/main" id="{0B4B6B0C-8957-4589-9CCF-FF66EF18BF52}"/>
              </a:ext>
            </a:extLst>
          </p:cNvPr>
          <p:cNvSpPr/>
          <p:nvPr/>
        </p:nvSpPr>
        <p:spPr>
          <a:xfrm>
            <a:off x="9502216" y="1002146"/>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ítulo 1">
            <a:extLst>
              <a:ext uri="{FF2B5EF4-FFF2-40B4-BE49-F238E27FC236}">
                <a16:creationId xmlns:a16="http://schemas.microsoft.com/office/drawing/2014/main" id="{F786992B-2C4C-48A4-B39C-0A3F11BA017F}"/>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Consideracions adaptacions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sectorials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CuadroTexto 27">
            <a:extLst>
              <a:ext uri="{FF2B5EF4-FFF2-40B4-BE49-F238E27FC236}">
                <a16:creationId xmlns:a16="http://schemas.microsoft.com/office/drawing/2014/main" id="{3E319E53-7DE1-488C-BB0E-FFA972932156}"/>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latin typeface="Open Sans" panose="020B0606030504020204" pitchFamily="34" charset="0"/>
                <a:ea typeface="Open Sans" panose="020B0606030504020204" pitchFamily="34" charset="0"/>
                <a:cs typeface="Open Sans" panose="020B0606030504020204" pitchFamily="34" charset="0"/>
              </a:rPr>
              <a:t>Específics sectorials</a:t>
            </a:r>
          </a:p>
        </p:txBody>
      </p:sp>
      <p:sp>
        <p:nvSpPr>
          <p:cNvPr id="2" name="Marcador de contenido 3">
            <a:extLst>
              <a:ext uri="{FF2B5EF4-FFF2-40B4-BE49-F238E27FC236}">
                <a16:creationId xmlns:a16="http://schemas.microsoft.com/office/drawing/2014/main" id="{1DD40E8D-B4DD-268F-CC30-0D1A86E2D663}"/>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està adaptat a les necessitats particulars de la venda de materials per a la construcció, havent-se identificat els següents aspectes que se solucionen mitjançant parametrització estàndard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La gestió de palets es resol mitjançant l’operativa estàndard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i no cal fer res específic.</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Gestió d’articles comodí, amb identificació de proveïdor i preu de compra en el moment de confeccionar el document de venda, que permet la posterior generació automàtica de comandes de compra i el seguiment de comandes de venda vs. comandes de compra. Donat que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permet de forma senzilla donar d’alta un article des de qualsevol pantalla de venda, no es preveu cap acció de desenvolupament per aquest aspecte.</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 a la gestió d’obres es requereix separar per un mateix client diversos contractes, amb condicions de lliurament i facturació que poden ser diferents, i mantenir una llista de tercers (contactes) vinculats a una obra i que estan autoritzats a comprar per a una obra en concret, així com que en la impressió de factures cal indicar l’albarà, l’obra i la persona que compra. Se soluciona mitjançant adreces de lliurament, amb una personalització per a la gestió de persones autoritzades (no automàtica) que es detalla més endavant</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p:txBody>
      </p:sp>
    </p:spTree>
    <p:extLst>
      <p:ext uri="{BB962C8B-B14F-4D97-AF65-F5344CB8AC3E}">
        <p14:creationId xmlns:p14="http://schemas.microsoft.com/office/powerpoint/2010/main" val="23028588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a:extLst>
              <a:ext uri="{FF2B5EF4-FFF2-40B4-BE49-F238E27FC236}">
                <a16:creationId xmlns:a16="http://schemas.microsoft.com/office/drawing/2014/main" id="{0B4B6B0C-8957-4589-9CCF-FF66EF18BF52}"/>
              </a:ext>
            </a:extLst>
          </p:cNvPr>
          <p:cNvSpPr/>
          <p:nvPr/>
        </p:nvSpPr>
        <p:spPr>
          <a:xfrm>
            <a:off x="9502216" y="1002146"/>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ítulo 1">
            <a:extLst>
              <a:ext uri="{FF2B5EF4-FFF2-40B4-BE49-F238E27FC236}">
                <a16:creationId xmlns:a16="http://schemas.microsoft.com/office/drawing/2014/main" id="{F786992B-2C4C-48A4-B39C-0A3F11BA017F}"/>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Consideracions adaptacions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sectorials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Marcador de contenido 3">
            <a:extLst>
              <a:ext uri="{FF2B5EF4-FFF2-40B4-BE49-F238E27FC236}">
                <a16:creationId xmlns:a16="http://schemas.microsoft.com/office/drawing/2014/main" id="{1DD40E8D-B4DD-268F-CC30-0D1A86E2D663}"/>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Els següents aspectes requereixen de personalització, i que es desenvoluparan en </a:t>
            </a:r>
            <a:r>
              <a:rPr lang="ca-ES" altLang="ca-ES" sz="1600" dirty="0" err="1">
                <a:solidFill>
                  <a:srgbClr val="404040"/>
                </a:solidFill>
                <a:latin typeface="Verdana" panose="020B0604030504040204" pitchFamily="34" charset="0"/>
              </a:rPr>
              <a:t>Apps</a:t>
            </a:r>
            <a:r>
              <a:rPr lang="ca-ES" altLang="ca-ES" sz="1600" dirty="0">
                <a:solidFill>
                  <a:srgbClr val="404040"/>
                </a:solidFill>
                <a:latin typeface="Verdana" panose="020B0604030504040204" pitchFamily="34" charset="0"/>
              </a:rPr>
              <a:t> estàndard:</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Una </a:t>
            </a:r>
            <a:r>
              <a:rPr lang="ca-ES" altLang="ca-ES" sz="1600" dirty="0" err="1">
                <a:solidFill>
                  <a:srgbClr val="404040"/>
                </a:solidFill>
                <a:latin typeface="Verdana" panose="020B0604030504040204" pitchFamily="34" charset="0"/>
              </a:rPr>
              <a:t>App</a:t>
            </a:r>
            <a:r>
              <a:rPr lang="ca-ES" altLang="ca-ES" sz="1600" dirty="0">
                <a:solidFill>
                  <a:srgbClr val="404040"/>
                </a:solidFill>
                <a:latin typeface="Verdana" panose="020B0604030504040204" pitchFamily="34" charset="0"/>
              </a:rPr>
              <a:t> “Auren Extensions” que permetrà oferir, tant per als clients sectorials </a:t>
            </a:r>
            <a:r>
              <a:rPr lang="ca-ES" altLang="ca-ES" sz="1600" dirty="0" err="1">
                <a:solidFill>
                  <a:srgbClr val="404040"/>
                </a:solidFill>
                <a:latin typeface="Verdana" panose="020B0604030504040204" pitchFamily="34" charset="0"/>
              </a:rPr>
              <a:t>d’Xsinfo</a:t>
            </a:r>
            <a:r>
              <a:rPr lang="ca-ES" altLang="ca-ES" sz="1600" dirty="0">
                <a:solidFill>
                  <a:srgbClr val="404040"/>
                </a:solidFill>
                <a:latin typeface="Verdana" panose="020B0604030504040204" pitchFamily="34" charset="0"/>
              </a:rPr>
              <a:t> com per a altres clients genèrics, alguna d’aquestes solucions: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1257300" lvl="3"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Poder realitzar càlculs per determinar les unitats en documents de compra i de venda a partir de fins a tres característiques de l’article, per exemple “Amplària”, “Llargada”, “Alçada” </a:t>
            </a:r>
          </a:p>
          <a:p>
            <a:pPr marL="1257300" lvl="3"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1257300" lvl="3"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Poder disposar d’unitats de compra “</a:t>
            </a:r>
            <a:r>
              <a:rPr lang="ca-ES" altLang="ca-ES" sz="1600" dirty="0" err="1">
                <a:solidFill>
                  <a:srgbClr val="404040"/>
                </a:solidFill>
                <a:latin typeface="Verdana" panose="020B0604030504040204" pitchFamily="34" charset="0"/>
              </a:rPr>
              <a:t>UoP</a:t>
            </a:r>
            <a:r>
              <a:rPr lang="ca-ES" altLang="ca-ES" sz="1600" dirty="0">
                <a:solidFill>
                  <a:srgbClr val="404040"/>
                </a:solidFill>
                <a:latin typeface="Verdana" panose="020B0604030504040204" pitchFamily="34" charset="0"/>
              </a:rPr>
              <a:t>” i venda “</a:t>
            </a:r>
            <a:r>
              <a:rPr lang="ca-ES" altLang="ca-ES" sz="1600" dirty="0" err="1">
                <a:solidFill>
                  <a:srgbClr val="404040"/>
                </a:solidFill>
                <a:latin typeface="Verdana" panose="020B0604030504040204" pitchFamily="34" charset="0"/>
              </a:rPr>
              <a:t>UoS</a:t>
            </a:r>
            <a:r>
              <a:rPr lang="ca-ES" altLang="ca-ES" sz="1600" dirty="0">
                <a:solidFill>
                  <a:srgbClr val="404040"/>
                </a:solidFill>
                <a:latin typeface="Verdana" panose="020B0604030504040204" pitchFamily="34" charset="0"/>
              </a:rPr>
              <a:t>” amb factors de conversió variables</a:t>
            </a:r>
          </a:p>
          <a:p>
            <a:pPr marL="1257300" lvl="3"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1257300" lvl="3"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Poder tenir sèries de facturació diferenciades per magatzem (o per ubicació)</a:t>
            </a:r>
          </a:p>
          <a:p>
            <a:pPr marL="1257300" lvl="3"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1257300" lvl="3"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La gestió d’autoritzats en vendes (per a gestió d’obres)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Una </a:t>
            </a:r>
            <a:r>
              <a:rPr lang="ca-ES" altLang="ca-ES" sz="1600" dirty="0" err="1">
                <a:solidFill>
                  <a:srgbClr val="404040"/>
                </a:solidFill>
                <a:latin typeface="Verdana" panose="020B0604030504040204" pitchFamily="34" charset="0"/>
              </a:rPr>
              <a:t>App</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aStore</a:t>
            </a:r>
            <a:r>
              <a:rPr lang="ca-ES" altLang="ca-ES" sz="1600" dirty="0">
                <a:solidFill>
                  <a:srgbClr val="404040"/>
                </a:solidFill>
                <a:latin typeface="Verdana" panose="020B0604030504040204" pitchFamily="34" charset="0"/>
              </a:rPr>
              <a:t>” que implementarà l’operativa específica de TPV. Aquest punt es detalla en un altre apartat</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5">
            <a:extLst>
              <a:ext uri="{FF2B5EF4-FFF2-40B4-BE49-F238E27FC236}">
                <a16:creationId xmlns:a16="http://schemas.microsoft.com/office/drawing/2014/main" id="{57822C9F-CEB2-89C0-4F34-3706819FE984}"/>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6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CuadroTexto 3">
            <a:extLst>
              <a:ext uri="{FF2B5EF4-FFF2-40B4-BE49-F238E27FC236}">
                <a16:creationId xmlns:a16="http://schemas.microsoft.com/office/drawing/2014/main" id="{1136780A-14AF-B00B-FEAB-B15E1586833B}"/>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05</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CuadroTexto 4">
            <a:extLst>
              <a:ext uri="{FF2B5EF4-FFF2-40B4-BE49-F238E27FC236}">
                <a16:creationId xmlns:a16="http://schemas.microsoft.com/office/drawing/2014/main" id="{F858B2FA-4775-19A0-36E0-2D78EB4D1B97}"/>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latin typeface="Open Sans" panose="020B0606030504020204" pitchFamily="34" charset="0"/>
                <a:ea typeface="Open Sans" panose="020B0606030504020204" pitchFamily="34" charset="0"/>
                <a:cs typeface="Open Sans" panose="020B0606030504020204" pitchFamily="34" charset="0"/>
              </a:rPr>
              <a:t>Específics sectorials</a:t>
            </a:r>
          </a:p>
        </p:txBody>
      </p:sp>
    </p:spTree>
    <p:extLst>
      <p:ext uri="{BB962C8B-B14F-4D97-AF65-F5344CB8AC3E}">
        <p14:creationId xmlns:p14="http://schemas.microsoft.com/office/powerpoint/2010/main" val="867350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a:extLst>
              <a:ext uri="{FF2B5EF4-FFF2-40B4-BE49-F238E27FC236}">
                <a16:creationId xmlns:a16="http://schemas.microsoft.com/office/drawing/2014/main" id="{0B4B6B0C-8957-4589-9CCF-FF66EF18BF52}"/>
              </a:ext>
            </a:extLst>
          </p:cNvPr>
          <p:cNvSpPr/>
          <p:nvPr/>
        </p:nvSpPr>
        <p:spPr>
          <a:xfrm>
            <a:off x="9502216" y="1002146"/>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ítulo 1">
            <a:extLst>
              <a:ext uri="{FF2B5EF4-FFF2-40B4-BE49-F238E27FC236}">
                <a16:creationId xmlns:a16="http://schemas.microsoft.com/office/drawing/2014/main" id="{F786992B-2C4C-48A4-B39C-0A3F11BA017F}"/>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Càlculs de </a:t>
            </a:r>
            <a:r>
              <a:rPr lang="ca-ES" altLang="es-ES" sz="2800" b="1"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superfícies</a:t>
            </a: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 </a:t>
            </a:r>
            <a:r>
              <a:rPr lang="ca-ES" altLang="es-ES" sz="2800" b="1"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volums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Marcador de contenido 3">
            <a:extLst>
              <a:ext uri="{FF2B5EF4-FFF2-40B4-BE49-F238E27FC236}">
                <a16:creationId xmlns:a16="http://schemas.microsoft.com/office/drawing/2014/main" id="{1DD40E8D-B4DD-268F-CC30-0D1A86E2D663}"/>
              </a:ext>
            </a:extLst>
          </p:cNvPr>
          <p:cNvSpPr txBox="1">
            <a:spLocks/>
          </p:cNvSpPr>
          <p:nvPr/>
        </p:nvSpPr>
        <p:spPr>
          <a:xfrm>
            <a:off x="484056" y="1858271"/>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 als càlculs de superfície, per exemple per indicar l’amplada i la llargària d’un article i obtenir-ne els metres quadrats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 a càlculs de volum, per exemple per indicar el radi i la llargària d’un cilindre i obtenir-ne els metres cúbics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realitzarà una personalització que permeti, indistintament per als documents de compres i de  vendes, el càlcul de superfícies quadrades o volums de formes bàsiques a partir de les dades informades en la línia del document, utilitzant un factor de conversió d’unitats i que expressions avaluables per </a:t>
            </a:r>
            <a:r>
              <a:rPr lang="ca-ES" altLang="ca-ES" sz="1600" dirty="0" err="1">
                <a:solidFill>
                  <a:srgbClr val="404040"/>
                </a:solidFill>
                <a:latin typeface="Verdana" panose="020B0604030504040204" pitchFamily="34" charset="0"/>
              </a:rPr>
              <a:t>Python</a:t>
            </a:r>
            <a:r>
              <a:rPr lang="ca-ES" altLang="ca-ES" sz="1600" dirty="0">
                <a:solidFill>
                  <a:srgbClr val="404040"/>
                </a:solidFill>
                <a:latin typeface="Verdana" panose="020B0604030504040204" pitchFamily="34" charset="0"/>
              </a:rPr>
              <a:t>. Per exemple:</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Càlcul de superfície rectangular: 120 cm x 60 cm x 0,0001 m2/cm2 = 0,72 m2</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Càlcul del volum d’un cilindre: </a:t>
            </a:r>
            <a:r>
              <a:rPr lang="ca-ES" altLang="ca-ES" sz="1600" dirty="0" err="1">
                <a:solidFill>
                  <a:srgbClr val="404040"/>
                </a:solidFill>
                <a:latin typeface="Verdana" panose="020B0604030504040204" pitchFamily="34" charset="0"/>
              </a:rPr>
              <a:t>Pow</a:t>
            </a:r>
            <a:r>
              <a:rPr lang="ca-ES" altLang="ca-ES" sz="1600" dirty="0">
                <a:solidFill>
                  <a:srgbClr val="404040"/>
                </a:solidFill>
                <a:latin typeface="Verdana" panose="020B0604030504040204" pitchFamily="34" charset="0"/>
              </a:rPr>
              <a:t> (20 cm, 2) x PI x 0,0001 m2 = 0,126 m2</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Mitjançant paràmetres de configuració general es podran definir les etiquetes que es desitja utilitzar per a cada fórmula (compres i vendes), per exemple, “amplada”, “llargària”. En les pantalles de compres i vendes on s’utilitzin aquests atributs, es mostraran els camps si l’etiqueta està emplenada.</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5">
            <a:extLst>
              <a:ext uri="{FF2B5EF4-FFF2-40B4-BE49-F238E27FC236}">
                <a16:creationId xmlns:a16="http://schemas.microsoft.com/office/drawing/2014/main" id="{F9CC0789-B8F4-6F91-4E35-DDC8E16CB56B}"/>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6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CuadroTexto 3">
            <a:extLst>
              <a:ext uri="{FF2B5EF4-FFF2-40B4-BE49-F238E27FC236}">
                <a16:creationId xmlns:a16="http://schemas.microsoft.com/office/drawing/2014/main" id="{FDD124DE-1BB0-9462-0F28-3E5106F77AE1}"/>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05</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CuadroTexto 4">
            <a:extLst>
              <a:ext uri="{FF2B5EF4-FFF2-40B4-BE49-F238E27FC236}">
                <a16:creationId xmlns:a16="http://schemas.microsoft.com/office/drawing/2014/main" id="{BFD03DEE-073C-41E7-4B98-8F7F566C2C64}"/>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latin typeface="Open Sans" panose="020B0606030504020204" pitchFamily="34" charset="0"/>
                <a:ea typeface="Open Sans" panose="020B0606030504020204" pitchFamily="34" charset="0"/>
                <a:cs typeface="Open Sans" panose="020B0606030504020204" pitchFamily="34" charset="0"/>
              </a:rPr>
              <a:t>Específics sectorials</a:t>
            </a:r>
          </a:p>
        </p:txBody>
      </p:sp>
    </p:spTree>
    <p:extLst>
      <p:ext uri="{BB962C8B-B14F-4D97-AF65-F5344CB8AC3E}">
        <p14:creationId xmlns:p14="http://schemas.microsoft.com/office/powerpoint/2010/main" val="1136709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a:extLst>
              <a:ext uri="{FF2B5EF4-FFF2-40B4-BE49-F238E27FC236}">
                <a16:creationId xmlns:a16="http://schemas.microsoft.com/office/drawing/2014/main" id="{0B4B6B0C-8957-4589-9CCF-FF66EF18BF52}"/>
              </a:ext>
            </a:extLst>
          </p:cNvPr>
          <p:cNvSpPr/>
          <p:nvPr/>
        </p:nvSpPr>
        <p:spPr>
          <a:xfrm>
            <a:off x="9502216" y="1002146"/>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ítulo 1">
            <a:extLst>
              <a:ext uri="{FF2B5EF4-FFF2-40B4-BE49-F238E27FC236}">
                <a16:creationId xmlns:a16="http://schemas.microsoft.com/office/drawing/2014/main" id="{F786992B-2C4C-48A4-B39C-0A3F11BA017F}"/>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Unitats de </a:t>
            </a:r>
            <a:r>
              <a:rPr lang="ca-ES" altLang="es-ES" sz="2800" b="1"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compra</a:t>
            </a: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 de </a:t>
            </a:r>
            <a:r>
              <a:rPr lang="ca-ES" altLang="es-ES" sz="2800" b="1"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venda</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Marcador de contenido 3">
            <a:extLst>
              <a:ext uri="{FF2B5EF4-FFF2-40B4-BE49-F238E27FC236}">
                <a16:creationId xmlns:a16="http://schemas.microsoft.com/office/drawing/2014/main" id="{1DD40E8D-B4DD-268F-CC30-0D1A86E2D663}"/>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requereix un mecanisme d’unitats de compra o venda, que permetin convertir la unitat de gestió </a:t>
            </a:r>
            <a:r>
              <a:rPr lang="ca-ES" altLang="ca-ES" sz="1600" dirty="0" err="1">
                <a:solidFill>
                  <a:srgbClr val="404040"/>
                </a:solidFill>
                <a:latin typeface="Verdana" panose="020B0604030504040204" pitchFamily="34" charset="0"/>
              </a:rPr>
              <a:t>UoM</a:t>
            </a:r>
            <a:r>
              <a:rPr lang="ca-ES" altLang="ca-ES" sz="1600" dirty="0">
                <a:solidFill>
                  <a:srgbClr val="404040"/>
                </a:solidFill>
                <a:latin typeface="Verdana" panose="020B0604030504040204" pitchFamily="34" charset="0"/>
              </a:rPr>
              <a:t> a una unitat diferent de compres </a:t>
            </a:r>
            <a:r>
              <a:rPr lang="ca-ES" altLang="ca-ES" sz="1600" dirty="0" err="1">
                <a:solidFill>
                  <a:srgbClr val="404040"/>
                </a:solidFill>
                <a:latin typeface="Verdana" panose="020B0604030504040204" pitchFamily="34" charset="0"/>
              </a:rPr>
              <a:t>UoP</a:t>
            </a:r>
            <a:r>
              <a:rPr lang="ca-ES" altLang="ca-ES" sz="1600" dirty="0">
                <a:solidFill>
                  <a:srgbClr val="404040"/>
                </a:solidFill>
                <a:latin typeface="Verdana" panose="020B0604030504040204" pitchFamily="34" charset="0"/>
              </a:rPr>
              <a:t> i/o de vendes </a:t>
            </a:r>
            <a:r>
              <a:rPr lang="ca-ES" altLang="ca-ES" sz="1600" dirty="0" err="1">
                <a:solidFill>
                  <a:srgbClr val="404040"/>
                </a:solidFill>
                <a:latin typeface="Verdana" panose="020B0604030504040204" pitchFamily="34" charset="0"/>
              </a:rPr>
              <a:t>UoS</a:t>
            </a:r>
            <a:r>
              <a:rPr lang="ca-ES" altLang="ca-ES" sz="1600" dirty="0">
                <a:solidFill>
                  <a:srgbClr val="404040"/>
                </a:solidFill>
                <a:latin typeface="Verdana" panose="020B0604030504040204" pitchFamily="34" charset="0"/>
              </a:rPr>
              <a:t>, amb un factor de conversió variable</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 exemple, varetes comprades en kg, amb estoc gestionat per metres lineals i venda en unitats.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L’estàndard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no contempla aquesta funcionalitat, essent necessari definir unitats de gestió </a:t>
            </a:r>
            <a:r>
              <a:rPr lang="ca-ES" altLang="ca-ES" sz="1600" dirty="0" err="1">
                <a:solidFill>
                  <a:srgbClr val="404040"/>
                </a:solidFill>
                <a:latin typeface="Verdana" panose="020B0604030504040204" pitchFamily="34" charset="0"/>
              </a:rPr>
              <a:t>UoM</a:t>
            </a:r>
            <a:r>
              <a:rPr lang="ca-ES" altLang="ca-ES" sz="1600" dirty="0">
                <a:solidFill>
                  <a:srgbClr val="404040"/>
                </a:solidFill>
                <a:latin typeface="Verdana" panose="020B0604030504040204" pitchFamily="34" charset="0"/>
              </a:rPr>
              <a:t> diferents per cada article, el que aplicaria només a compres i/o a vendes, i és complicat de mantenir.</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disposarà d’una personalització que permeti definir les diferents </a:t>
            </a:r>
            <a:r>
              <a:rPr lang="ca-ES" altLang="ca-ES" sz="1600" dirty="0" err="1">
                <a:solidFill>
                  <a:srgbClr val="404040"/>
                </a:solidFill>
                <a:latin typeface="Verdana" panose="020B0604030504040204" pitchFamily="34" charset="0"/>
              </a:rPr>
              <a:t>UoP</a:t>
            </a:r>
            <a:r>
              <a:rPr lang="ca-ES" altLang="ca-ES" sz="1600" dirty="0">
                <a:solidFill>
                  <a:srgbClr val="404040"/>
                </a:solidFill>
                <a:latin typeface="Verdana" panose="020B0604030504040204" pitchFamily="34" charset="0"/>
              </a:rPr>
              <a:t> i </a:t>
            </a:r>
            <a:r>
              <a:rPr lang="ca-ES" altLang="ca-ES" sz="1600" dirty="0" err="1">
                <a:solidFill>
                  <a:srgbClr val="404040"/>
                </a:solidFill>
                <a:latin typeface="Verdana" panose="020B0604030504040204" pitchFamily="34" charset="0"/>
              </a:rPr>
              <a:t>UoS</a:t>
            </a:r>
            <a:r>
              <a:rPr lang="ca-ES" altLang="ca-ES" sz="1600" dirty="0">
                <a:solidFill>
                  <a:srgbClr val="404040"/>
                </a:solidFill>
                <a:latin typeface="Verdana" panose="020B0604030504040204" pitchFamily="34" charset="0"/>
              </a:rPr>
              <a:t> d’un article, de forma que es pugui definir una conversió entre diferents unitats per a un article determinat, per exemple, Kg a ml, amb un factor de conversió per defecte per article.</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Addicionalment, a la línia de vendes, l’usuari podrà indicar les dimensions de l’article (segons el desenvolupament anterior). En aquest cas, el sistema obtindrà aquestes mesures per realitzar el càlcul de conversió d’unitats, sobreescrivint el factor de conversió per defecte. Si l’article té variants, aquestes dimensions podran venir de les variants definides, i es podrà impedir a l’usuari que les modifiqui.</a:t>
            </a: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5">
            <a:extLst>
              <a:ext uri="{FF2B5EF4-FFF2-40B4-BE49-F238E27FC236}">
                <a16:creationId xmlns:a16="http://schemas.microsoft.com/office/drawing/2014/main" id="{615286B2-128C-F945-F1AD-D8BBB5FC9B25}"/>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6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CuadroTexto 3">
            <a:extLst>
              <a:ext uri="{FF2B5EF4-FFF2-40B4-BE49-F238E27FC236}">
                <a16:creationId xmlns:a16="http://schemas.microsoft.com/office/drawing/2014/main" id="{E04E35D7-2658-28F9-A5F0-796FDF4CA74D}"/>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05</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CuadroTexto 4">
            <a:extLst>
              <a:ext uri="{FF2B5EF4-FFF2-40B4-BE49-F238E27FC236}">
                <a16:creationId xmlns:a16="http://schemas.microsoft.com/office/drawing/2014/main" id="{BF8CF4F8-7AF0-9EB6-9EDA-8EF800526612}"/>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latin typeface="Open Sans" panose="020B0606030504020204" pitchFamily="34" charset="0"/>
                <a:ea typeface="Open Sans" panose="020B0606030504020204" pitchFamily="34" charset="0"/>
                <a:cs typeface="Open Sans" panose="020B0606030504020204" pitchFamily="34" charset="0"/>
              </a:rPr>
              <a:t>Específics sectorials</a:t>
            </a:r>
          </a:p>
        </p:txBody>
      </p:sp>
    </p:spTree>
    <p:extLst>
      <p:ext uri="{BB962C8B-B14F-4D97-AF65-F5344CB8AC3E}">
        <p14:creationId xmlns:p14="http://schemas.microsoft.com/office/powerpoint/2010/main" val="20116013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a:extLst>
              <a:ext uri="{FF2B5EF4-FFF2-40B4-BE49-F238E27FC236}">
                <a16:creationId xmlns:a16="http://schemas.microsoft.com/office/drawing/2014/main" id="{0B4B6B0C-8957-4589-9CCF-FF66EF18BF52}"/>
              </a:ext>
            </a:extLst>
          </p:cNvPr>
          <p:cNvSpPr/>
          <p:nvPr/>
        </p:nvSpPr>
        <p:spPr>
          <a:xfrm>
            <a:off x="9502216" y="1002146"/>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ítulo 1">
            <a:extLst>
              <a:ext uri="{FF2B5EF4-FFF2-40B4-BE49-F238E27FC236}">
                <a16:creationId xmlns:a16="http://schemas.microsoft.com/office/drawing/2014/main" id="{F786992B-2C4C-48A4-B39C-0A3F11BA017F}"/>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Sèries</a:t>
            </a: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 facturació</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Marcador de contenido 3">
            <a:extLst>
              <a:ext uri="{FF2B5EF4-FFF2-40B4-BE49-F238E27FC236}">
                <a16:creationId xmlns:a16="http://schemas.microsoft.com/office/drawing/2014/main" id="{1DD40E8D-B4DD-268F-CC30-0D1A86E2D663}"/>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diversos escenaris es requereix poder facturar agrupant albarans amb sèries de facturació diferents, per exemple per magatzems diferents.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no contempla aquesta possibilitat en estàndard</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 a solucionar-ho, s’utilitzarà l’operativa de filtres d’agrupació en el moment de facturar, facturant els albarans que provinguin de magatzems diferents, o fins i tot, d’ubicacions diferents.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 a cada ubicació es podrà definir un diari de facturació independent. Es programarà en específic un automatisme que composi la sèrie del diari a partir de la ubicació. (En cas d’activar aquesta operativa)</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Donat que es poden fer agrupacions d’ubicacions i de magatzems, en el moment d’implantació es podrà ajustar la necessitat en concret de cada client</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els formats d’impressió, les factures es presentaran agrupades per albarà</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5">
            <a:extLst>
              <a:ext uri="{FF2B5EF4-FFF2-40B4-BE49-F238E27FC236}">
                <a16:creationId xmlns:a16="http://schemas.microsoft.com/office/drawing/2014/main" id="{F7273D09-1BFF-5E92-106D-FD1C812A0F0A}"/>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6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CuadroTexto 3">
            <a:extLst>
              <a:ext uri="{FF2B5EF4-FFF2-40B4-BE49-F238E27FC236}">
                <a16:creationId xmlns:a16="http://schemas.microsoft.com/office/drawing/2014/main" id="{043E3D02-702E-AEDD-3B4E-FB820CB5D1FC}"/>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05</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CuadroTexto 4">
            <a:extLst>
              <a:ext uri="{FF2B5EF4-FFF2-40B4-BE49-F238E27FC236}">
                <a16:creationId xmlns:a16="http://schemas.microsoft.com/office/drawing/2014/main" id="{8458E06A-F021-50F6-519C-9AF15152F522}"/>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latin typeface="Open Sans" panose="020B0606030504020204" pitchFamily="34" charset="0"/>
                <a:ea typeface="Open Sans" panose="020B0606030504020204" pitchFamily="34" charset="0"/>
                <a:cs typeface="Open Sans" panose="020B0606030504020204" pitchFamily="34" charset="0"/>
              </a:rPr>
              <a:t>Específics sectorials</a:t>
            </a:r>
          </a:p>
        </p:txBody>
      </p:sp>
    </p:spTree>
    <p:extLst>
      <p:ext uri="{BB962C8B-B14F-4D97-AF65-F5344CB8AC3E}">
        <p14:creationId xmlns:p14="http://schemas.microsoft.com/office/powerpoint/2010/main" val="3579587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a:extLst>
              <a:ext uri="{FF2B5EF4-FFF2-40B4-BE49-F238E27FC236}">
                <a16:creationId xmlns:a16="http://schemas.microsoft.com/office/drawing/2014/main" id="{0B4B6B0C-8957-4589-9CCF-FF66EF18BF52}"/>
              </a:ext>
            </a:extLst>
          </p:cNvPr>
          <p:cNvSpPr/>
          <p:nvPr/>
        </p:nvSpPr>
        <p:spPr>
          <a:xfrm>
            <a:off x="9502216" y="1002146"/>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ítulo 1">
            <a:extLst>
              <a:ext uri="{FF2B5EF4-FFF2-40B4-BE49-F238E27FC236}">
                <a16:creationId xmlns:a16="http://schemas.microsoft.com/office/drawing/2014/main" id="{F786992B-2C4C-48A4-B39C-0A3F11BA017F}"/>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Gestió d’</a:t>
            </a:r>
            <a:r>
              <a:rPr lang="ca-ES" altLang="es-ES" sz="2800" b="1"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Autoritzats en vendes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Marcador de contenido 3">
            <a:extLst>
              <a:ext uri="{FF2B5EF4-FFF2-40B4-BE49-F238E27FC236}">
                <a16:creationId xmlns:a16="http://schemas.microsoft.com/office/drawing/2014/main" id="{1DD40E8D-B4DD-268F-CC30-0D1A86E2D663}"/>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 a la gestió d’obres, s’inclou un desenvolupament específic que permetrà:</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El manteniment de contactes assignats a una adreça de lliurament</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la confecció d’oferta, l’usuari pot visualitzar els contactes assignats a una adreça de lliurament (estàndard)</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l’emissió de factures, s’ha de poder filtrar per adreça de lliurament i agrupar-les per albarà (estàndard)</a:t>
            </a:r>
          </a:p>
          <a:p>
            <a:pPr marL="457200" lvl="2" algn="just">
              <a:buClr>
                <a:srgbClr val="C00000"/>
              </a:buClr>
            </a:pPr>
            <a:r>
              <a:rPr lang="ca-ES" altLang="ca-ES" sz="1600" dirty="0">
                <a:solidFill>
                  <a:srgbClr val="404040"/>
                </a:solidFill>
                <a:latin typeface="Verdana" panose="020B0604030504040204" pitchFamily="34" charset="0"/>
              </a:rPr>
              <a:t> </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els formats d’impressió, s’inclourà al costat del número d’albarà la persona que hagi fet la comanda (si existeix) </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No es realitzarà un bloqueig o control de la persona autoritzada, simplement es permet a l’usuari visualitzar qui està donat d’alta en una determinada adreça de contacte (obra) </a:t>
            </a: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5">
            <a:extLst>
              <a:ext uri="{FF2B5EF4-FFF2-40B4-BE49-F238E27FC236}">
                <a16:creationId xmlns:a16="http://schemas.microsoft.com/office/drawing/2014/main" id="{40558718-B051-C5A1-7D4F-C68B17BDEF69}"/>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chemeClr val="bg1">
              <a:lumMod val="6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CuadroTexto 3">
            <a:extLst>
              <a:ext uri="{FF2B5EF4-FFF2-40B4-BE49-F238E27FC236}">
                <a16:creationId xmlns:a16="http://schemas.microsoft.com/office/drawing/2014/main" id="{D05BC56D-B7D1-D369-561D-6D0DB1CB563C}"/>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05</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CuadroTexto 4">
            <a:extLst>
              <a:ext uri="{FF2B5EF4-FFF2-40B4-BE49-F238E27FC236}">
                <a16:creationId xmlns:a16="http://schemas.microsoft.com/office/drawing/2014/main" id="{D3156463-170C-92D5-9ED2-A900422515E8}"/>
              </a:ext>
            </a:extLst>
          </p:cNvPr>
          <p:cNvSpPr txBox="1"/>
          <p:nvPr/>
        </p:nvSpPr>
        <p:spPr>
          <a:xfrm>
            <a:off x="562700" y="1015913"/>
            <a:ext cx="1540124" cy="523220"/>
          </a:xfrm>
          <a:prstGeom prst="rect">
            <a:avLst/>
          </a:prstGeom>
          <a:noFill/>
        </p:spPr>
        <p:txBody>
          <a:bodyPr wrap="square" rtlCol="0">
            <a:spAutoFit/>
          </a:bodyPr>
          <a:lstStyle/>
          <a:p>
            <a:pPr marL="12700">
              <a:lnSpc>
                <a:spcPct val="100000"/>
              </a:lnSpc>
              <a:spcBef>
                <a:spcPts val="434"/>
              </a:spcBef>
            </a:pPr>
            <a:r>
              <a:rPr lang="ca-ES" sz="1400" dirty="0">
                <a:latin typeface="Open Sans" panose="020B0606030504020204" pitchFamily="34" charset="0"/>
                <a:ea typeface="Open Sans" panose="020B0606030504020204" pitchFamily="34" charset="0"/>
                <a:cs typeface="Open Sans" panose="020B0606030504020204" pitchFamily="34" charset="0"/>
              </a:rPr>
              <a:t>Específics sectorials</a:t>
            </a:r>
          </a:p>
        </p:txBody>
      </p:sp>
    </p:spTree>
    <p:extLst>
      <p:ext uri="{BB962C8B-B14F-4D97-AF65-F5344CB8AC3E}">
        <p14:creationId xmlns:p14="http://schemas.microsoft.com/office/powerpoint/2010/main" val="969321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35F3B50-A5C2-4685-90BD-DC70A58AB5D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893" r="19630"/>
          <a:stretch/>
        </p:blipFill>
        <p:spPr>
          <a:xfrm>
            <a:off x="1447800" y="0"/>
            <a:ext cx="6937309" cy="6562126"/>
          </a:xfrm>
          <a:prstGeom prst="rect">
            <a:avLst/>
          </a:prstGeom>
        </p:spPr>
      </p:pic>
      <p:sp>
        <p:nvSpPr>
          <p:cNvPr id="10" name="object 10"/>
          <p:cNvSpPr/>
          <p:nvPr/>
        </p:nvSpPr>
        <p:spPr>
          <a:xfrm>
            <a:off x="7343000" y="5433352"/>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20">
            <a:extLst>
              <a:ext uri="{FF2B5EF4-FFF2-40B4-BE49-F238E27FC236}">
                <a16:creationId xmlns:a16="http://schemas.microsoft.com/office/drawing/2014/main" id="{4921B3D5-63D2-46ED-BC06-63AB551090A4}"/>
              </a:ext>
            </a:extLst>
          </p:cNvPr>
          <p:cNvSpPr/>
          <p:nvPr/>
        </p:nvSpPr>
        <p:spPr>
          <a:xfrm>
            <a:off x="533400" y="533895"/>
            <a:ext cx="3583940" cy="2559431"/>
          </a:xfrm>
          <a:custGeom>
            <a:avLst/>
            <a:gdLst/>
            <a:ahLst/>
            <a:cxnLst/>
            <a:rect l="l" t="t" r="r" b="b"/>
            <a:pathLst>
              <a:path w="1593215" h="1128395">
                <a:moveTo>
                  <a:pt x="1592592" y="0"/>
                </a:moveTo>
                <a:lnTo>
                  <a:pt x="0" y="0"/>
                </a:lnTo>
                <a:lnTo>
                  <a:pt x="0" y="1128001"/>
                </a:lnTo>
                <a:lnTo>
                  <a:pt x="1592592" y="1128001"/>
                </a:lnTo>
                <a:lnTo>
                  <a:pt x="1592592" y="0"/>
                </a:lnTo>
                <a:close/>
              </a:path>
            </a:pathLst>
          </a:custGeom>
          <a:solidFill>
            <a:srgbClr val="C7C7C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CuadroTexto 14">
            <a:extLst>
              <a:ext uri="{FF2B5EF4-FFF2-40B4-BE49-F238E27FC236}">
                <a16:creationId xmlns:a16="http://schemas.microsoft.com/office/drawing/2014/main" id="{30B4ED86-152E-4258-8FEA-F1CE9CD28A8A}"/>
              </a:ext>
            </a:extLst>
          </p:cNvPr>
          <p:cNvSpPr txBox="1"/>
          <p:nvPr/>
        </p:nvSpPr>
        <p:spPr>
          <a:xfrm>
            <a:off x="562456" y="539991"/>
            <a:ext cx="3783484" cy="1482457"/>
          </a:xfrm>
          <a:prstGeom prst="rect">
            <a:avLst/>
          </a:prstGeom>
          <a:noFill/>
        </p:spPr>
        <p:txBody>
          <a:bodyPr wrap="square" rtlCol="0">
            <a:spAutoFit/>
          </a:bodyPr>
          <a:lstStyle/>
          <a:p>
            <a:pPr marL="180000" marR="0" lvl="0" indent="0" algn="l" defTabSz="914400" rtl="0" eaLnBrk="1" fontAlgn="auto" latinLnBrk="0" hangingPunct="1">
              <a:lnSpc>
                <a:spcPct val="100000"/>
              </a:lnSpc>
              <a:spcBef>
                <a:spcPts val="2735"/>
              </a:spcBef>
              <a:spcAft>
                <a:spcPts val="0"/>
              </a:spcAft>
              <a:buClrTx/>
              <a:buSzTx/>
              <a:buFontTx/>
              <a:buNone/>
              <a:tabLst/>
              <a:defRPr/>
            </a:pPr>
            <a:r>
              <a:rPr kumimoji="0" lang="es-ES" sz="5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06</a:t>
            </a:r>
            <a:endParaRPr kumimoji="0" lang="es-ES" sz="5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985"/>
              </a:spcBef>
              <a:spcAft>
                <a:spcPts val="0"/>
              </a:spcAft>
              <a:buClrTx/>
              <a:buSzTx/>
              <a:buFontTx/>
              <a:buNone/>
              <a:tabLst/>
              <a:defRPr/>
            </a:pPr>
            <a:r>
              <a:rPr kumimoji="0" lang="ca-ES" sz="28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TPV</a:t>
            </a:r>
          </a:p>
        </p:txBody>
      </p:sp>
    </p:spTree>
    <p:extLst>
      <p:ext uri="{BB962C8B-B14F-4D97-AF65-F5344CB8AC3E}">
        <p14:creationId xmlns:p14="http://schemas.microsoft.com/office/powerpoint/2010/main" val="1939901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a:extLst>
              <a:ext uri="{FF2B5EF4-FFF2-40B4-BE49-F238E27FC236}">
                <a16:creationId xmlns:a16="http://schemas.microsoft.com/office/drawing/2014/main" id="{0B4B6B0C-8957-4589-9CCF-FF66EF18BF52}"/>
              </a:ext>
            </a:extLst>
          </p:cNvPr>
          <p:cNvSpPr/>
          <p:nvPr/>
        </p:nvSpPr>
        <p:spPr>
          <a:xfrm>
            <a:off x="9502216" y="1002146"/>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ítulo 1">
            <a:extLst>
              <a:ext uri="{FF2B5EF4-FFF2-40B4-BE49-F238E27FC236}">
                <a16:creationId xmlns:a16="http://schemas.microsoft.com/office/drawing/2014/main" id="{F786992B-2C4C-48A4-B39C-0A3F11BA017F}"/>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Funcionalitat de </a:t>
            </a:r>
            <a:r>
              <a:rPr lang="ca-ES" altLang="es-ES" sz="2800" b="1"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TPV</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Marcador de contenido 3">
            <a:extLst>
              <a:ext uri="{FF2B5EF4-FFF2-40B4-BE49-F238E27FC236}">
                <a16:creationId xmlns:a16="http://schemas.microsoft.com/office/drawing/2014/main" id="{1DD40E8D-B4DD-268F-CC30-0D1A86E2D663}"/>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err="1">
                <a:solidFill>
                  <a:srgbClr val="404040"/>
                </a:solidFill>
                <a:highlight>
                  <a:srgbClr val="00FF00"/>
                </a:highlight>
                <a:latin typeface="Verdana" panose="020B0604030504040204" pitchFamily="34" charset="0"/>
              </a:rPr>
              <a:t>XSifno</a:t>
            </a:r>
            <a:r>
              <a:rPr lang="ca-ES" altLang="ca-ES" sz="1600" dirty="0">
                <a:solidFill>
                  <a:srgbClr val="404040"/>
                </a:solidFill>
                <a:highlight>
                  <a:srgbClr val="00FF00"/>
                </a:highlight>
                <a:latin typeface="Verdana" panose="020B0604030504040204" pitchFamily="34" charset="0"/>
              </a:rPr>
              <a:t> incorpora alguna operativa pròpia de TPV, a efectes de facilitar-ne el seu ús per part d’usuaris que despatxen o atenen directament clients en mostrador</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Per a solucionar aquesta necessitat, plantegem el desenvolupament d’una </a:t>
            </a:r>
            <a:r>
              <a:rPr lang="ca-ES" altLang="ca-ES" sz="1600" dirty="0" err="1">
                <a:solidFill>
                  <a:srgbClr val="404040"/>
                </a:solidFill>
                <a:highlight>
                  <a:srgbClr val="00FF00"/>
                </a:highlight>
                <a:latin typeface="Verdana" panose="020B0604030504040204" pitchFamily="34" charset="0"/>
              </a:rPr>
              <a:t>App</a:t>
            </a:r>
            <a:r>
              <a:rPr lang="ca-ES" altLang="ca-ES" sz="1600" dirty="0">
                <a:solidFill>
                  <a:srgbClr val="404040"/>
                </a:solidFill>
                <a:highlight>
                  <a:srgbClr val="00FF00"/>
                </a:highlight>
                <a:latin typeface="Verdana" panose="020B0604030504040204" pitchFamily="34" charset="0"/>
              </a:rPr>
              <a:t> especifica partint de 2 escenaris possibles:</a:t>
            </a:r>
          </a:p>
          <a:p>
            <a:pPr marL="342900" lvl="1" indent="-342900" algn="just">
              <a:buClr>
                <a:srgbClr val="C00000"/>
              </a:buClr>
              <a:buFont typeface="Arial" panose="020B0604020202020204" pitchFamily="34" charset="0"/>
              <a:buChar char="•"/>
            </a:pPr>
            <a:endParaRPr lang="ca-ES" altLang="ca-ES" sz="1600" dirty="0">
              <a:solidFill>
                <a:srgbClr val="404040"/>
              </a:solidFill>
              <a:highlight>
                <a:srgbClr val="00FF00"/>
              </a:highlight>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a partir de </a:t>
            </a:r>
            <a:r>
              <a:rPr lang="ca-ES" altLang="ca-ES" sz="1600" dirty="0" err="1">
                <a:solidFill>
                  <a:srgbClr val="404040"/>
                </a:solidFill>
                <a:highlight>
                  <a:srgbClr val="00FF00"/>
                </a:highlight>
                <a:latin typeface="Verdana" panose="020B0604030504040204" pitchFamily="34" charset="0"/>
              </a:rPr>
              <a:t>l’App</a:t>
            </a:r>
            <a:r>
              <a:rPr lang="ca-ES" altLang="ca-ES" sz="1600" dirty="0">
                <a:solidFill>
                  <a:srgbClr val="404040"/>
                </a:solidFill>
                <a:highlight>
                  <a:srgbClr val="00FF00"/>
                </a:highlight>
                <a:latin typeface="Verdana" panose="020B0604030504040204" pitchFamily="34" charset="0"/>
              </a:rPr>
              <a:t> de TPV estàndard </a:t>
            </a:r>
            <a:r>
              <a:rPr lang="ca-ES" altLang="ca-ES" sz="1600" dirty="0" err="1">
                <a:solidFill>
                  <a:srgbClr val="404040"/>
                </a:solidFill>
                <a:highlight>
                  <a:srgbClr val="00FF00"/>
                </a:highlight>
                <a:latin typeface="Verdana" panose="020B0604030504040204" pitchFamily="34" charset="0"/>
              </a:rPr>
              <a:t>d’Odoo</a:t>
            </a:r>
            <a:endParaRPr lang="ca-ES" altLang="ca-ES" sz="1600" dirty="0">
              <a:solidFill>
                <a:srgbClr val="404040"/>
              </a:solidFill>
              <a:highlight>
                <a:srgbClr val="00FF00"/>
              </a:highlight>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Personalització de les pantalles de vendes (pressupostos, comandes, albarans i factures)</a:t>
            </a:r>
          </a:p>
          <a:p>
            <a:pPr marL="800100" lvl="2" indent="-342900" algn="just">
              <a:buClr>
                <a:srgbClr val="C00000"/>
              </a:buClr>
              <a:buFont typeface="Arial" panose="020B0604020202020204" pitchFamily="34" charset="0"/>
              <a:buChar char="•"/>
            </a:pPr>
            <a:endParaRPr lang="ca-ES" altLang="ca-ES" sz="1600" dirty="0">
              <a:solidFill>
                <a:srgbClr val="404040"/>
              </a:solidFill>
              <a:highlight>
                <a:srgbClr val="00FF00"/>
              </a:highlight>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S’opta per la segona opció, desenvolupant una </a:t>
            </a:r>
            <a:r>
              <a:rPr lang="ca-ES" altLang="ca-ES" sz="1600" dirty="0" err="1">
                <a:solidFill>
                  <a:srgbClr val="404040"/>
                </a:solidFill>
                <a:highlight>
                  <a:srgbClr val="00FF00"/>
                </a:highlight>
                <a:latin typeface="Verdana" panose="020B0604030504040204" pitchFamily="34" charset="0"/>
              </a:rPr>
              <a:t>App</a:t>
            </a:r>
            <a:r>
              <a:rPr lang="ca-ES" altLang="ca-ES" sz="1600" dirty="0">
                <a:solidFill>
                  <a:srgbClr val="404040"/>
                </a:solidFill>
                <a:highlight>
                  <a:srgbClr val="00FF00"/>
                </a:highlight>
                <a:latin typeface="Verdana" panose="020B0604030504040204" pitchFamily="34" charset="0"/>
              </a:rPr>
              <a:t> (</a:t>
            </a:r>
            <a:r>
              <a:rPr lang="ca-ES" altLang="ca-ES" sz="1600" dirty="0" err="1">
                <a:solidFill>
                  <a:srgbClr val="404040"/>
                </a:solidFill>
                <a:highlight>
                  <a:srgbClr val="00FF00"/>
                </a:highlight>
                <a:latin typeface="Verdana" panose="020B0604030504040204" pitchFamily="34" charset="0"/>
              </a:rPr>
              <a:t>aStore</a:t>
            </a:r>
            <a:r>
              <a:rPr lang="ca-ES" altLang="ca-ES" sz="1600" dirty="0">
                <a:solidFill>
                  <a:srgbClr val="404040"/>
                </a:solidFill>
                <a:highlight>
                  <a:srgbClr val="00FF00"/>
                </a:highlight>
                <a:latin typeface="Verdana" panose="020B0604030504040204" pitchFamily="34" charset="0"/>
              </a:rPr>
              <a:t>) que tindrà els següents components:</a:t>
            </a:r>
          </a:p>
          <a:p>
            <a:pPr marL="342900" lvl="1" indent="-342900" algn="just">
              <a:buClr>
                <a:srgbClr val="C00000"/>
              </a:buClr>
              <a:buFont typeface="Arial" panose="020B0604020202020204" pitchFamily="34" charset="0"/>
              <a:buChar char="•"/>
            </a:pPr>
            <a:endParaRPr lang="ca-ES" altLang="ca-ES" sz="1600" dirty="0">
              <a:solidFill>
                <a:srgbClr val="404040"/>
              </a:solidFill>
              <a:highlight>
                <a:srgbClr val="00FF00"/>
              </a:highlight>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Menú de navegació</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Pantalla de configuracions de caixes</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Pantalles personalitzades de pressupostos, comandes, albarans i factures</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Pantalla d’arqueig de caixa</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Addicionalment, caldrà desenvolupar una aplicació client per a la impressió directa</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6" name="object 5">
            <a:extLst>
              <a:ext uri="{FF2B5EF4-FFF2-40B4-BE49-F238E27FC236}">
                <a16:creationId xmlns:a16="http://schemas.microsoft.com/office/drawing/2014/main" id="{298552B4-4FED-89E6-9937-E8A1D319919D}"/>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C7C7C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CuadroTexto 6">
            <a:extLst>
              <a:ext uri="{FF2B5EF4-FFF2-40B4-BE49-F238E27FC236}">
                <a16:creationId xmlns:a16="http://schemas.microsoft.com/office/drawing/2014/main" id="{CAD972AE-4E87-2B55-3BF2-508C9B8B6341}"/>
              </a:ext>
            </a:extLst>
          </p:cNvPr>
          <p:cNvSpPr txBox="1"/>
          <p:nvPr/>
        </p:nvSpPr>
        <p:spPr>
          <a:xfrm>
            <a:off x="380999" y="954426"/>
            <a:ext cx="1752219" cy="297517"/>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TPV</a:t>
            </a:r>
          </a:p>
        </p:txBody>
      </p:sp>
      <p:sp>
        <p:nvSpPr>
          <p:cNvPr id="8" name="CuadroTexto 7">
            <a:extLst>
              <a:ext uri="{FF2B5EF4-FFF2-40B4-BE49-F238E27FC236}">
                <a16:creationId xmlns:a16="http://schemas.microsoft.com/office/drawing/2014/main" id="{4C7A241A-B1AA-4D16-C091-97DC101E8279}"/>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06</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31240102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A6177FE6-FAA1-A958-A8C4-4027A4DC2C63}"/>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Consideracions </a:t>
            </a:r>
            <a:r>
              <a:rPr lang="ca-ES" altLang="es-ES" sz="2800" b="1"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TPV</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Marcador de contenido 3">
            <a:extLst>
              <a:ext uri="{FF2B5EF4-FFF2-40B4-BE49-F238E27FC236}">
                <a16:creationId xmlns:a16="http://schemas.microsoft.com/office/drawing/2014/main" id="{3E5C50C2-AE76-E170-CDE6-0838B56D7EC0}"/>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S’utilitzarà un “clients diversos” per a la venda a clients no identificats fiscalment</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Des de la mateixa pantalla de vendes, es podrà donar d’alta un client en cas que sigui necessari, no s’implementarà l’operativa </a:t>
            </a:r>
            <a:r>
              <a:rPr lang="ca-ES" altLang="ca-ES" sz="1600" dirty="0" err="1">
                <a:solidFill>
                  <a:srgbClr val="404040"/>
                </a:solidFill>
                <a:highlight>
                  <a:srgbClr val="00FF00"/>
                </a:highlight>
                <a:latin typeface="Verdana" panose="020B0604030504040204" pitchFamily="34" charset="0"/>
              </a:rPr>
              <a:t>d’XSinfo</a:t>
            </a:r>
            <a:r>
              <a:rPr lang="ca-ES" altLang="ca-ES" sz="1600" dirty="0">
                <a:solidFill>
                  <a:srgbClr val="404040"/>
                </a:solidFill>
                <a:highlight>
                  <a:srgbClr val="00FF00"/>
                </a:highlight>
                <a:latin typeface="Verdana" panose="020B0604030504040204" pitchFamily="34" charset="0"/>
              </a:rPr>
              <a:t> que permet crear factures amb NIF i les dades del client sense haver donat el client d’alta</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Per mantenir funcionalitats </a:t>
            </a:r>
            <a:r>
              <a:rPr lang="ca-ES" altLang="ca-ES" sz="1600" dirty="0" err="1">
                <a:solidFill>
                  <a:srgbClr val="404040"/>
                </a:solidFill>
                <a:highlight>
                  <a:srgbClr val="00FF00"/>
                </a:highlight>
                <a:latin typeface="Verdana" panose="020B0604030504040204" pitchFamily="34" charset="0"/>
              </a:rPr>
              <a:t>d’Xsinfo</a:t>
            </a:r>
            <a:r>
              <a:rPr lang="ca-ES" altLang="ca-ES" sz="1600" dirty="0">
                <a:solidFill>
                  <a:srgbClr val="404040"/>
                </a:solidFill>
                <a:highlight>
                  <a:srgbClr val="00FF00"/>
                </a:highlight>
                <a:latin typeface="Verdana" panose="020B0604030504040204" pitchFamily="34" charset="0"/>
              </a:rPr>
              <a:t>, cal implementar el control que acumula l’import de la venda per a l’obligació d’emetre factures no simplificades, bestretes per client no assignades a una comanda i possibilitat de bloqueig de vendes si el comprador no està autoritzat per a una determinada empresa</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A efectes de compliment amb el reglament de la Llei Antifrau, </a:t>
            </a:r>
            <a:r>
              <a:rPr lang="ca-ES" altLang="ca-ES" sz="1600" dirty="0" err="1">
                <a:solidFill>
                  <a:srgbClr val="404040"/>
                </a:solidFill>
                <a:highlight>
                  <a:srgbClr val="00FF00"/>
                </a:highlight>
                <a:latin typeface="Verdana" panose="020B0604030504040204" pitchFamily="34" charset="0"/>
              </a:rPr>
              <a:t>aStore</a:t>
            </a:r>
            <a:r>
              <a:rPr lang="ca-ES" altLang="ca-ES" sz="1600" dirty="0">
                <a:solidFill>
                  <a:srgbClr val="404040"/>
                </a:solidFill>
                <a:highlight>
                  <a:srgbClr val="00FF00"/>
                </a:highlight>
                <a:latin typeface="Verdana" panose="020B0604030504040204" pitchFamily="34" charset="0"/>
              </a:rPr>
              <a:t> no generà documents d’albarans o factures, inclosos els tiquets o factures simplificades, en taules pròpies. Des </a:t>
            </a:r>
            <a:r>
              <a:rPr lang="ca-ES" altLang="ca-ES" sz="1600" dirty="0" err="1">
                <a:solidFill>
                  <a:srgbClr val="404040"/>
                </a:solidFill>
                <a:highlight>
                  <a:srgbClr val="00FF00"/>
                </a:highlight>
                <a:latin typeface="Verdana" panose="020B0604030504040204" pitchFamily="34" charset="0"/>
              </a:rPr>
              <a:t>d’aStyore</a:t>
            </a:r>
            <a:r>
              <a:rPr lang="ca-ES" altLang="ca-ES" sz="1600" dirty="0">
                <a:solidFill>
                  <a:srgbClr val="404040"/>
                </a:solidFill>
                <a:highlight>
                  <a:srgbClr val="00FF00"/>
                </a:highlight>
                <a:latin typeface="Verdana" panose="020B0604030504040204" pitchFamily="34" charset="0"/>
              </a:rPr>
              <a:t> s’invocaran les funcions estàndard </a:t>
            </a:r>
            <a:r>
              <a:rPr lang="ca-ES" altLang="ca-ES" sz="1600" dirty="0" err="1">
                <a:solidFill>
                  <a:srgbClr val="404040"/>
                </a:solidFill>
                <a:highlight>
                  <a:srgbClr val="00FF00"/>
                </a:highlight>
                <a:latin typeface="Verdana" panose="020B0604030504040204" pitchFamily="34" charset="0"/>
              </a:rPr>
              <a:t>d’Odoo</a:t>
            </a:r>
            <a:r>
              <a:rPr lang="ca-ES" altLang="ca-ES" sz="1600" dirty="0">
                <a:solidFill>
                  <a:srgbClr val="404040"/>
                </a:solidFill>
                <a:highlight>
                  <a:srgbClr val="00FF00"/>
                </a:highlight>
                <a:latin typeface="Verdana" panose="020B0604030504040204" pitchFamily="34" charset="0"/>
              </a:rPr>
              <a:t> per a la creació d’aquests documents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A efectes de mantenir una correcta traçabilitat, les comandes tampoc seran desades en taules pròpies, sinó que s’invocarà la funció estàndard </a:t>
            </a:r>
            <a:r>
              <a:rPr lang="ca-ES" altLang="ca-ES" sz="1600" dirty="0" err="1">
                <a:solidFill>
                  <a:srgbClr val="404040"/>
                </a:solidFill>
                <a:highlight>
                  <a:srgbClr val="00FF00"/>
                </a:highlight>
                <a:latin typeface="Verdana" panose="020B0604030504040204" pitchFamily="34" charset="0"/>
              </a:rPr>
              <a:t>d’Odoo</a:t>
            </a:r>
            <a:r>
              <a:rPr lang="ca-ES" altLang="ca-ES" sz="1600" dirty="0">
                <a:solidFill>
                  <a:srgbClr val="404040"/>
                </a:solidFill>
                <a:highlight>
                  <a:srgbClr val="00FF00"/>
                </a:highlight>
                <a:latin typeface="Verdana" panose="020B0604030504040204" pitchFamily="34" charset="0"/>
              </a:rPr>
              <a:t> per a la creació de comandes.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2" name="object 5">
            <a:extLst>
              <a:ext uri="{FF2B5EF4-FFF2-40B4-BE49-F238E27FC236}">
                <a16:creationId xmlns:a16="http://schemas.microsoft.com/office/drawing/2014/main" id="{1D89E35C-CC45-AC3D-167A-3AFF9D629E0F}"/>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C7C7C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C973317E-9540-626A-9A20-C7DF1B7DB5B9}"/>
              </a:ext>
            </a:extLst>
          </p:cNvPr>
          <p:cNvSpPr txBox="1"/>
          <p:nvPr/>
        </p:nvSpPr>
        <p:spPr>
          <a:xfrm>
            <a:off x="380999" y="954426"/>
            <a:ext cx="1752219" cy="297517"/>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TPV</a:t>
            </a:r>
          </a:p>
        </p:txBody>
      </p:sp>
      <p:sp>
        <p:nvSpPr>
          <p:cNvPr id="7" name="CuadroTexto 6">
            <a:extLst>
              <a:ext uri="{FF2B5EF4-FFF2-40B4-BE49-F238E27FC236}">
                <a16:creationId xmlns:a16="http://schemas.microsoft.com/office/drawing/2014/main" id="{8F5E87E8-24CA-8B86-7FEB-2E23CCF99977}"/>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06</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11909183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A6177FE6-FAA1-A958-A8C4-4027A4DC2C63}"/>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Menú de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navegació</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Marcador de contenido 3">
            <a:extLst>
              <a:ext uri="{FF2B5EF4-FFF2-40B4-BE49-F238E27FC236}">
                <a16:creationId xmlns:a16="http://schemas.microsoft.com/office/drawing/2014/main" id="{3E5C50C2-AE76-E170-CDE6-0838B56D7EC0}"/>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Els usuaris de TPV accediran a la seva funcionalitat mitjançant </a:t>
            </a:r>
            <a:r>
              <a:rPr lang="ca-ES" altLang="ca-ES" sz="1600" dirty="0" err="1">
                <a:solidFill>
                  <a:srgbClr val="404040"/>
                </a:solidFill>
                <a:highlight>
                  <a:srgbClr val="00FF00"/>
                </a:highlight>
                <a:latin typeface="Verdana" panose="020B0604030504040204" pitchFamily="34" charset="0"/>
              </a:rPr>
              <a:t>l’App</a:t>
            </a:r>
            <a:r>
              <a:rPr lang="ca-ES" altLang="ca-ES" sz="1600" dirty="0">
                <a:solidFill>
                  <a:srgbClr val="404040"/>
                </a:solidFill>
                <a:highlight>
                  <a:srgbClr val="00FF00"/>
                </a:highlight>
                <a:latin typeface="Verdana" panose="020B0604030504040204" pitchFamily="34" charset="0"/>
              </a:rPr>
              <a:t> “</a:t>
            </a:r>
            <a:r>
              <a:rPr lang="ca-ES" altLang="ca-ES" sz="1600" dirty="0" err="1">
                <a:solidFill>
                  <a:srgbClr val="404040"/>
                </a:solidFill>
                <a:highlight>
                  <a:srgbClr val="00FF00"/>
                </a:highlight>
                <a:latin typeface="Verdana" panose="020B0604030504040204" pitchFamily="34" charset="0"/>
              </a:rPr>
              <a:t>aStore</a:t>
            </a:r>
            <a:r>
              <a:rPr lang="ca-ES" altLang="ca-ES" sz="1600" dirty="0">
                <a:solidFill>
                  <a:srgbClr val="404040"/>
                </a:solidFill>
                <a:highlight>
                  <a:srgbClr val="00FF00"/>
                </a:highlight>
                <a:latin typeface="Verdana" panose="020B0604030504040204" pitchFamily="34" charset="0"/>
              </a:rPr>
              <a:t>”</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Aquesta </a:t>
            </a:r>
            <a:r>
              <a:rPr lang="ca-ES" altLang="ca-ES" sz="1600" dirty="0" err="1">
                <a:solidFill>
                  <a:srgbClr val="404040"/>
                </a:solidFill>
                <a:highlight>
                  <a:srgbClr val="00FF00"/>
                </a:highlight>
                <a:latin typeface="Verdana" panose="020B0604030504040204" pitchFamily="34" charset="0"/>
              </a:rPr>
              <a:t>App</a:t>
            </a:r>
            <a:r>
              <a:rPr lang="ca-ES" altLang="ca-ES" sz="1600" dirty="0">
                <a:solidFill>
                  <a:srgbClr val="404040"/>
                </a:solidFill>
                <a:highlight>
                  <a:srgbClr val="00FF00"/>
                </a:highlight>
                <a:latin typeface="Verdana" panose="020B0604030504040204" pitchFamily="34" charset="0"/>
              </a:rPr>
              <a:t> mostrarà un menú amb les següents opcions:</a:t>
            </a:r>
          </a:p>
          <a:p>
            <a:pPr marL="342900" lvl="1" indent="-342900" algn="just">
              <a:buClr>
                <a:srgbClr val="C00000"/>
              </a:buClr>
              <a:buFont typeface="Arial" panose="020B0604020202020204" pitchFamily="34" charset="0"/>
              <a:buChar char="•"/>
            </a:pPr>
            <a:endParaRPr lang="ca-ES" altLang="ca-ES" sz="1600" dirty="0">
              <a:solidFill>
                <a:srgbClr val="404040"/>
              </a:solidFill>
              <a:highlight>
                <a:srgbClr val="00FF00"/>
              </a:highlight>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Pressupostos</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Comandes</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Albarans</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Factures</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Arqueig</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Configuració</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Per accedir a cada una d’aquestes opcions hi haurà tres rols o perfils d’usuari:</a:t>
            </a:r>
          </a:p>
          <a:p>
            <a:pPr marL="342900" lvl="1" indent="-342900" algn="just">
              <a:buClr>
                <a:srgbClr val="C00000"/>
              </a:buClr>
              <a:buFont typeface="Arial" panose="020B0604020202020204" pitchFamily="34" charset="0"/>
              <a:buChar char="•"/>
            </a:pPr>
            <a:endParaRPr lang="ca-ES" altLang="ca-ES" sz="1600" dirty="0">
              <a:solidFill>
                <a:srgbClr val="404040"/>
              </a:solidFill>
              <a:highlight>
                <a:srgbClr val="00FF00"/>
              </a:highlight>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Usuari TPV: Amb accés a pressupostos, comandes, albarans i factures</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Responsable TPV: Amb accés a tots els anteriors i a la pantalla d’arqueig</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Administrador: Amb accés a tots els anteriors i a la pantalla de configuració</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2" name="object 5">
            <a:extLst>
              <a:ext uri="{FF2B5EF4-FFF2-40B4-BE49-F238E27FC236}">
                <a16:creationId xmlns:a16="http://schemas.microsoft.com/office/drawing/2014/main" id="{CB2D8843-0F9F-F9E1-6109-11FF4B69273D}"/>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C7C7C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D7532E62-9FED-C20D-5906-750DED139829}"/>
              </a:ext>
            </a:extLst>
          </p:cNvPr>
          <p:cNvSpPr txBox="1"/>
          <p:nvPr/>
        </p:nvSpPr>
        <p:spPr>
          <a:xfrm>
            <a:off x="380999" y="954426"/>
            <a:ext cx="1752219" cy="297517"/>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TPV</a:t>
            </a:r>
          </a:p>
        </p:txBody>
      </p:sp>
      <p:sp>
        <p:nvSpPr>
          <p:cNvPr id="7" name="CuadroTexto 6">
            <a:extLst>
              <a:ext uri="{FF2B5EF4-FFF2-40B4-BE49-F238E27FC236}">
                <a16:creationId xmlns:a16="http://schemas.microsoft.com/office/drawing/2014/main" id="{063587FD-91CA-5105-7B28-5CBD3D390FF6}"/>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06</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26507329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A6177FE6-FAA1-A958-A8C4-4027A4DC2C63}"/>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Pantalla de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configuració</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Marcador de contenido 3">
            <a:extLst>
              <a:ext uri="{FF2B5EF4-FFF2-40B4-BE49-F238E27FC236}">
                <a16:creationId xmlns:a16="http://schemas.microsoft.com/office/drawing/2014/main" id="{3E5C50C2-AE76-E170-CDE6-0838B56D7EC0}"/>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Es crearà un manteniment de caixes.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Només els usuaris amb rol administrador poden accedir a aquesta pantalla</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Cada caixa tindrà un codi alfanumèric de fins a 5 dígits i una descripció</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Hi haurà una pestanya amb la una llista d’usuaris autoritzats a operar </a:t>
            </a:r>
            <a:r>
              <a:rPr lang="ca-ES" altLang="ca-ES" sz="1600" dirty="0">
                <a:solidFill>
                  <a:srgbClr val="404040"/>
                </a:solidFill>
                <a:latin typeface="Verdana" panose="020B0604030504040204" pitchFamily="34" charset="0"/>
              </a:rPr>
              <a:t>i si aquests tenen accés o no a l’operativa d’arqueig de la caixa</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Hi haurà una pestanya amb els formats d’impressió a utilitzar. Per a les factures existiran dos formats, el format de factura simplificada o tiquet i el format de factura complerta.</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Hi haurà una pestanya amb una llista de dispositius remots. Per cada dispositiu hi haurà la configuració de </a:t>
            </a:r>
            <a:r>
              <a:rPr lang="ca-ES" altLang="ca-ES" sz="1600" dirty="0" err="1">
                <a:solidFill>
                  <a:srgbClr val="404040"/>
                </a:solidFill>
                <a:latin typeface="Verdana" panose="020B0604030504040204" pitchFamily="34" charset="0"/>
              </a:rPr>
              <a:t>l’endpoint</a:t>
            </a:r>
            <a:r>
              <a:rPr lang="ca-ES" altLang="ca-ES" sz="1600" dirty="0">
                <a:solidFill>
                  <a:srgbClr val="404040"/>
                </a:solidFill>
                <a:latin typeface="Verdana" panose="020B0604030504040204" pitchFamily="34" charset="0"/>
              </a:rPr>
              <a:t> per accedir a les funcions del client (impressió, calaix de diners, màquina de canvi, bàscules, lector de targetes de crèdit). Hi pot haver per exemple 2 impressores, cal indicar per cada tipus de dispositiu quin és el predeterminat o per defecte.</a:t>
            </a:r>
          </a:p>
          <a:p>
            <a:pPr marL="0" lvl="1" algn="just">
              <a:buClr>
                <a:srgbClr val="C00000"/>
              </a:buCl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2" name="object 5">
            <a:extLst>
              <a:ext uri="{FF2B5EF4-FFF2-40B4-BE49-F238E27FC236}">
                <a16:creationId xmlns:a16="http://schemas.microsoft.com/office/drawing/2014/main" id="{CB2D8843-0F9F-F9E1-6109-11FF4B69273D}"/>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C7C7C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D7532E62-9FED-C20D-5906-750DED139829}"/>
              </a:ext>
            </a:extLst>
          </p:cNvPr>
          <p:cNvSpPr txBox="1"/>
          <p:nvPr/>
        </p:nvSpPr>
        <p:spPr>
          <a:xfrm>
            <a:off x="380999" y="954426"/>
            <a:ext cx="1752219" cy="297517"/>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TPV</a:t>
            </a:r>
          </a:p>
        </p:txBody>
      </p:sp>
      <p:sp>
        <p:nvSpPr>
          <p:cNvPr id="7" name="CuadroTexto 6">
            <a:extLst>
              <a:ext uri="{FF2B5EF4-FFF2-40B4-BE49-F238E27FC236}">
                <a16:creationId xmlns:a16="http://schemas.microsoft.com/office/drawing/2014/main" id="{063587FD-91CA-5105-7B28-5CBD3D390FF6}"/>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06</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22881496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A6177FE6-FAA1-A958-A8C4-4027A4DC2C63}"/>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Pantalla de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configuració</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Marcador de contenido 3">
            <a:extLst>
              <a:ext uri="{FF2B5EF4-FFF2-40B4-BE49-F238E27FC236}">
                <a16:creationId xmlns:a16="http://schemas.microsoft.com/office/drawing/2014/main" id="{3E5C50C2-AE76-E170-CDE6-0838B56D7EC0}"/>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Hi haurà una pestanya de configuracions diverses: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Camp per introduir l’import màxim per a una factura simplificada</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Codi del client diversos</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Codi comptable per a l’ingrés en caixa</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FFFF00"/>
                </a:highlight>
                <a:latin typeface="Verdana" panose="020B0604030504040204" pitchFamily="34" charset="0"/>
              </a:rPr>
              <a:t>Codi comptable per a l’ingrés de bestretes o pagaments a compte </a:t>
            </a:r>
            <a:r>
              <a:rPr lang="ca-ES" altLang="ca-ES" sz="1600" dirty="0">
                <a:solidFill>
                  <a:srgbClr val="404040"/>
                </a:solidFill>
                <a:highlight>
                  <a:srgbClr val="FFFF00"/>
                </a:highlight>
                <a:latin typeface="Verdana" panose="020B0604030504040204" pitchFamily="34" charset="0"/>
                <a:sym typeface="Wingdings" panose="05000000000000000000" pitchFamily="2" charset="2"/>
              </a:rPr>
              <a:t> Es realitza </a:t>
            </a:r>
            <a:r>
              <a:rPr lang="ca-ES" altLang="ca-ES" sz="1600" dirty="0" err="1">
                <a:solidFill>
                  <a:srgbClr val="404040"/>
                </a:solidFill>
                <a:highlight>
                  <a:srgbClr val="FFFF00"/>
                </a:highlight>
                <a:latin typeface="Verdana" panose="020B0604030504040204" pitchFamily="34" charset="0"/>
                <a:sym typeface="Wingdings" panose="05000000000000000000" pitchFamily="2" charset="2"/>
              </a:rPr>
              <a:t>mitjansant</a:t>
            </a:r>
            <a:r>
              <a:rPr lang="ca-ES" altLang="ca-ES" sz="1600" dirty="0">
                <a:solidFill>
                  <a:srgbClr val="404040"/>
                </a:solidFill>
                <a:highlight>
                  <a:srgbClr val="FFFF00"/>
                </a:highlight>
                <a:latin typeface="Verdana" panose="020B0604030504040204" pitchFamily="34" charset="0"/>
                <a:sym typeface="Wingdings" panose="05000000000000000000" pitchFamily="2" charset="2"/>
              </a:rPr>
              <a:t> el diaris comptables, la parametrització esta a nivell de caixa</a:t>
            </a:r>
            <a:endParaRPr lang="ca-ES" altLang="ca-ES" sz="1600" dirty="0">
              <a:solidFill>
                <a:srgbClr val="404040"/>
              </a:solidFill>
              <a:highlight>
                <a:srgbClr val="FFFF00"/>
              </a:highlight>
              <a:latin typeface="Verdana" panose="020B0604030504040204" pitchFamily="34" charset="0"/>
            </a:endParaRP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FFFF00"/>
                </a:highlight>
                <a:latin typeface="Verdana" panose="020B0604030504040204" pitchFamily="34" charset="0"/>
              </a:rPr>
              <a:t>Formes de pagament d’efectiu incloses en l’arqueig de caixa (llista) i codi comptable de les diferències d’arqueig </a:t>
            </a:r>
            <a:r>
              <a:rPr lang="ca-ES" altLang="ca-ES" sz="1600" dirty="0">
                <a:solidFill>
                  <a:srgbClr val="404040"/>
                </a:solidFill>
                <a:highlight>
                  <a:srgbClr val="FFFF00"/>
                </a:highlight>
                <a:latin typeface="Verdana" panose="020B0604030504040204" pitchFamily="34" charset="0"/>
                <a:sym typeface="Wingdings" panose="05000000000000000000" pitchFamily="2" charset="2"/>
              </a:rPr>
              <a:t> Lo mateix que el punt anterior</a:t>
            </a:r>
            <a:endParaRPr lang="ca-ES" altLang="ca-ES" sz="1600" dirty="0">
              <a:solidFill>
                <a:srgbClr val="404040"/>
              </a:solidFill>
              <a:highlight>
                <a:srgbClr val="FFFF00"/>
              </a:highlight>
              <a:latin typeface="Verdana" panose="020B0604030504040204" pitchFamily="34" charset="0"/>
            </a:endParaRP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2" name="object 5">
            <a:extLst>
              <a:ext uri="{FF2B5EF4-FFF2-40B4-BE49-F238E27FC236}">
                <a16:creationId xmlns:a16="http://schemas.microsoft.com/office/drawing/2014/main" id="{CB2D8843-0F9F-F9E1-6109-11FF4B69273D}"/>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C7C7C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D7532E62-9FED-C20D-5906-750DED139829}"/>
              </a:ext>
            </a:extLst>
          </p:cNvPr>
          <p:cNvSpPr txBox="1"/>
          <p:nvPr/>
        </p:nvSpPr>
        <p:spPr>
          <a:xfrm>
            <a:off x="380999" y="954426"/>
            <a:ext cx="1752219" cy="297517"/>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TPV</a:t>
            </a:r>
          </a:p>
        </p:txBody>
      </p:sp>
      <p:sp>
        <p:nvSpPr>
          <p:cNvPr id="7" name="CuadroTexto 6">
            <a:extLst>
              <a:ext uri="{FF2B5EF4-FFF2-40B4-BE49-F238E27FC236}">
                <a16:creationId xmlns:a16="http://schemas.microsoft.com/office/drawing/2014/main" id="{063587FD-91CA-5105-7B28-5CBD3D390FF6}"/>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06</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13639169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A6177FE6-FAA1-A958-A8C4-4027A4DC2C63}"/>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Pantalles de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venda</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Marcador de contenido 3">
            <a:extLst>
              <a:ext uri="{FF2B5EF4-FFF2-40B4-BE49-F238E27FC236}">
                <a16:creationId xmlns:a16="http://schemas.microsoft.com/office/drawing/2014/main" id="{3E5C50C2-AE76-E170-CDE6-0838B56D7EC0}"/>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Es crearan les pantalles de pressupostos, comandes, albarans i factures personalitzades a partir de les pantalles estàndard </a:t>
            </a:r>
            <a:r>
              <a:rPr lang="ca-ES" altLang="ca-ES" sz="1600" dirty="0" err="1">
                <a:solidFill>
                  <a:srgbClr val="404040"/>
                </a:solidFill>
                <a:highlight>
                  <a:srgbClr val="00FF00"/>
                </a:highlight>
                <a:latin typeface="Verdana" panose="020B0604030504040204" pitchFamily="34" charset="0"/>
              </a:rPr>
              <a:t>d’Odoo</a:t>
            </a:r>
            <a:endParaRPr lang="ca-ES" altLang="ca-ES" sz="1600" dirty="0">
              <a:solidFill>
                <a:srgbClr val="404040"/>
              </a:solidFill>
              <a:highlight>
                <a:srgbClr val="00FF00"/>
              </a:highlight>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A cada pantalla s’hi afegeix el codi de caixa, que estarà visible. Aquest codi de caixa s’utilitzarà com a prefix de la sèrie de facturació, definida a la ubicació.</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El prefixa ve determinat per el diari comptable</a:t>
            </a: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El prefixa comentat s’utilitza a nivell de comandes i albarans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 cada pantalla es visualitzarà la impressora per defecte (només si s’ha configurat almenys 1 </a:t>
            </a:r>
            <a:r>
              <a:rPr lang="ca-ES" altLang="ca-ES" sz="1600" dirty="0" err="1">
                <a:solidFill>
                  <a:srgbClr val="404040"/>
                </a:solidFill>
                <a:latin typeface="Verdana" panose="020B0604030504040204" pitchFamily="34" charset="0"/>
              </a:rPr>
              <a:t>endpoint</a:t>
            </a:r>
            <a:r>
              <a:rPr lang="ca-ES" altLang="ca-ES" sz="1600" dirty="0">
                <a:solidFill>
                  <a:srgbClr val="404040"/>
                </a:solidFill>
                <a:latin typeface="Verdana" panose="020B0604030504040204" pitchFamily="34" charset="0"/>
              </a:rPr>
              <a:t> de tipus impressora). L’usuari podrà canviar la impressora si n’hi ha més d’una definida.</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 la pantalla de comandes hi haurà les següents personalitzacions específiques: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FFFF00"/>
                </a:highlight>
                <a:latin typeface="Verdana" panose="020B0604030504040204" pitchFamily="34" charset="0"/>
              </a:rPr>
              <a:t>Es crearà una pestanya de bestretes, a efectes de permetre registrar una bestreta o pagament a compte. Aquest import s’ha d’acumular per a l’arqueig de la caixa. </a:t>
            </a:r>
            <a:r>
              <a:rPr lang="ca-ES" altLang="ca-ES" sz="1600" dirty="0">
                <a:solidFill>
                  <a:srgbClr val="404040"/>
                </a:solidFill>
                <a:highlight>
                  <a:srgbClr val="FFFF00"/>
                </a:highlight>
                <a:latin typeface="Verdana" panose="020B0604030504040204" pitchFamily="34" charset="0"/>
                <a:sym typeface="Wingdings" panose="05000000000000000000" pitchFamily="2" charset="2"/>
              </a:rPr>
              <a:t> S’utilitza les bestretes </a:t>
            </a:r>
            <a:r>
              <a:rPr lang="ca-ES" altLang="ca-ES" sz="1600" dirty="0" err="1">
                <a:solidFill>
                  <a:srgbClr val="404040"/>
                </a:solidFill>
                <a:highlight>
                  <a:srgbClr val="FFFF00"/>
                </a:highlight>
                <a:latin typeface="Verdana" panose="020B0604030504040204" pitchFamily="34" charset="0"/>
                <a:sym typeface="Wingdings" panose="05000000000000000000" pitchFamily="2" charset="2"/>
              </a:rPr>
              <a:t>estandards</a:t>
            </a:r>
            <a:r>
              <a:rPr lang="ca-ES" altLang="ca-ES" sz="1600" dirty="0">
                <a:solidFill>
                  <a:srgbClr val="404040"/>
                </a:solidFill>
                <a:highlight>
                  <a:srgbClr val="FFFF00"/>
                </a:highlight>
                <a:latin typeface="Verdana" panose="020B0604030504040204" pitchFamily="34" charset="0"/>
                <a:sym typeface="Wingdings" panose="05000000000000000000" pitchFamily="2" charset="2"/>
              </a:rPr>
              <a:t> de Odoo</a:t>
            </a:r>
            <a:endParaRPr lang="ca-ES" altLang="ca-ES" sz="1600" dirty="0">
              <a:solidFill>
                <a:srgbClr val="404040"/>
              </a:solidFill>
              <a:highlight>
                <a:srgbClr val="FFFF00"/>
              </a:highlight>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S’ha de permetre la devolució o cancel·lació d’una bestreta sense que s’hagi realitzat la venda.</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0" lvl="1" algn="just">
              <a:buClr>
                <a:srgbClr val="C00000"/>
              </a:buCl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2" name="object 5">
            <a:extLst>
              <a:ext uri="{FF2B5EF4-FFF2-40B4-BE49-F238E27FC236}">
                <a16:creationId xmlns:a16="http://schemas.microsoft.com/office/drawing/2014/main" id="{CB2D8843-0F9F-F9E1-6109-11FF4B69273D}"/>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C7C7C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D7532E62-9FED-C20D-5906-750DED139829}"/>
              </a:ext>
            </a:extLst>
          </p:cNvPr>
          <p:cNvSpPr txBox="1"/>
          <p:nvPr/>
        </p:nvSpPr>
        <p:spPr>
          <a:xfrm>
            <a:off x="380999" y="954426"/>
            <a:ext cx="1752219" cy="297517"/>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TPV</a:t>
            </a:r>
          </a:p>
        </p:txBody>
      </p:sp>
      <p:sp>
        <p:nvSpPr>
          <p:cNvPr id="7" name="CuadroTexto 6">
            <a:extLst>
              <a:ext uri="{FF2B5EF4-FFF2-40B4-BE49-F238E27FC236}">
                <a16:creationId xmlns:a16="http://schemas.microsoft.com/office/drawing/2014/main" id="{063587FD-91CA-5105-7B28-5CBD3D390FF6}"/>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06</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21609485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A6177FE6-FAA1-A958-A8C4-4027A4DC2C63}"/>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Pantalles de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venda</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Marcador de contenido 3">
            <a:extLst>
              <a:ext uri="{FF2B5EF4-FFF2-40B4-BE49-F238E27FC236}">
                <a16:creationId xmlns:a16="http://schemas.microsoft.com/office/drawing/2014/main" id="{3E5C50C2-AE76-E170-CDE6-0838B56D7EC0}"/>
              </a:ext>
            </a:extLst>
          </p:cNvPr>
          <p:cNvSpPr txBox="1">
            <a:spLocks/>
          </p:cNvSpPr>
          <p:nvPr/>
        </p:nvSpPr>
        <p:spPr>
          <a:xfrm>
            <a:off x="484056" y="1858271"/>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La pantalla de factures tindrà les següents operatives específiques: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Per defecte el codi de client serà el client diversos, amb un </a:t>
            </a:r>
            <a:r>
              <a:rPr lang="ca-ES" altLang="ca-ES" sz="1600" dirty="0" err="1">
                <a:solidFill>
                  <a:srgbClr val="404040"/>
                </a:solidFill>
                <a:highlight>
                  <a:srgbClr val="00FF00"/>
                </a:highlight>
                <a:latin typeface="Verdana" panose="020B0604030504040204" pitchFamily="34" charset="0"/>
              </a:rPr>
              <a:t>check</a:t>
            </a:r>
            <a:r>
              <a:rPr lang="ca-ES" altLang="ca-ES" sz="1600" dirty="0">
                <a:solidFill>
                  <a:srgbClr val="404040"/>
                </a:solidFill>
                <a:highlight>
                  <a:srgbClr val="00FF00"/>
                </a:highlight>
                <a:latin typeface="Verdana" panose="020B0604030504040204" pitchFamily="34" charset="0"/>
              </a:rPr>
              <a:t> “clients diversos” davant del codi del client. Si es desmarca el </a:t>
            </a:r>
            <a:r>
              <a:rPr lang="ca-ES" altLang="ca-ES" sz="1600" dirty="0" err="1">
                <a:solidFill>
                  <a:srgbClr val="404040"/>
                </a:solidFill>
                <a:highlight>
                  <a:srgbClr val="00FF00"/>
                </a:highlight>
                <a:latin typeface="Verdana" panose="020B0604030504040204" pitchFamily="34" charset="0"/>
              </a:rPr>
              <a:t>check</a:t>
            </a:r>
            <a:r>
              <a:rPr lang="ca-ES" altLang="ca-ES" sz="1600" dirty="0">
                <a:solidFill>
                  <a:srgbClr val="404040"/>
                </a:solidFill>
                <a:highlight>
                  <a:srgbClr val="00FF00"/>
                </a:highlight>
                <a:latin typeface="Verdana" panose="020B0604030504040204" pitchFamily="34" charset="0"/>
              </a:rPr>
              <a:t>, es pot editar i canviar el client</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Si es treballa amb el client diversos, la impressió llença el format de factura simplificada </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Abans d’imprimir una factura simplificada, es controlarà que l’import no superi el màxim permès. En aquest cas, es mostra un pop-up per avisar a l’usuari que ha de donar d’alta el client amb el seu NIF i imprimir una factura complerta</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En l’emissió de la factura s’acumularà l’import de la venda en una taula pròpia per a l’arqueig, identificant el medi de pagament (efectiu, targeta, a 30 dies, etc.) </a:t>
            </a:r>
            <a:r>
              <a:rPr lang="ca-ES" altLang="ca-ES" sz="1600" dirty="0">
                <a:solidFill>
                  <a:srgbClr val="404040"/>
                </a:solidFill>
                <a:highlight>
                  <a:srgbClr val="00FF00"/>
                </a:highlight>
                <a:latin typeface="Verdana" panose="020B0604030504040204" pitchFamily="34" charset="0"/>
                <a:sym typeface="Wingdings" panose="05000000000000000000" pitchFamily="2" charset="2"/>
              </a:rPr>
              <a:t> La agrupació es mes per el tipus de pagament</a:t>
            </a:r>
            <a:endParaRPr lang="ca-ES" altLang="ca-ES" sz="1600" dirty="0">
              <a:solidFill>
                <a:srgbClr val="404040"/>
              </a:solidFill>
              <a:highlight>
                <a:srgbClr val="00FF00"/>
              </a:highlight>
              <a:latin typeface="Verdana" panose="020B0604030504040204" pitchFamily="34" charset="0"/>
            </a:endParaRP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Existirà un botó “Pagament Efectiu” on l’usuari podrà introduir un import, a efectes de visualitzar el canvi a tornar al client i es canviarà la forma de pagament a efectiu. Si el client ha realitzat anteriorment una bestreta, es mostrarà també l’import per descomptar-lo del total a pagar</a:t>
            </a:r>
          </a:p>
          <a:p>
            <a:pPr marL="457200" lvl="2" algn="just">
              <a:buClr>
                <a:srgbClr val="C00000"/>
              </a:buCl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457200" lvl="2" algn="just">
              <a:buClr>
                <a:srgbClr val="C00000"/>
              </a:buCl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2" name="object 5">
            <a:extLst>
              <a:ext uri="{FF2B5EF4-FFF2-40B4-BE49-F238E27FC236}">
                <a16:creationId xmlns:a16="http://schemas.microsoft.com/office/drawing/2014/main" id="{CB2D8843-0F9F-F9E1-6109-11FF4B69273D}"/>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C7C7C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D7532E62-9FED-C20D-5906-750DED139829}"/>
              </a:ext>
            </a:extLst>
          </p:cNvPr>
          <p:cNvSpPr txBox="1"/>
          <p:nvPr/>
        </p:nvSpPr>
        <p:spPr>
          <a:xfrm>
            <a:off x="380999" y="954426"/>
            <a:ext cx="1752219" cy="297517"/>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TPV</a:t>
            </a:r>
          </a:p>
        </p:txBody>
      </p:sp>
      <p:sp>
        <p:nvSpPr>
          <p:cNvPr id="7" name="CuadroTexto 6">
            <a:extLst>
              <a:ext uri="{FF2B5EF4-FFF2-40B4-BE49-F238E27FC236}">
                <a16:creationId xmlns:a16="http://schemas.microsoft.com/office/drawing/2014/main" id="{063587FD-91CA-5105-7B28-5CBD3D390FF6}"/>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06</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5938263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A6177FE6-FAA1-A958-A8C4-4027A4DC2C63}"/>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Pantalla d’</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arqueig de caixa</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Marcador de contenido 3">
            <a:extLst>
              <a:ext uri="{FF2B5EF4-FFF2-40B4-BE49-F238E27FC236}">
                <a16:creationId xmlns:a16="http://schemas.microsoft.com/office/drawing/2014/main" id="{3E5C50C2-AE76-E170-CDE6-0838B56D7EC0}"/>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crearà una pantalla d’arqueig de caixa, amb la següent funcionalitat</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Ha de permetre registrar l’ingrés de diner en efectiu, per a una determinada data (per defecte, la del dia) i possibilitat d’introduir un comentari</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Ha de permetre registrar la retirada de diner en efectiu, per a una determinada data (per defecte, la del dia) i possibilitat d’introduir un comentari</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Ha de permetre realitzar l’arqueig de la caixa, introduint l’import de diner en efectiu existent a la caixa i calculant la diferència entre l’import en efectiu teòric i el real, per cada forma de pagament d’efectiu configurada. En aquest moment es comptabilitzen les diferències</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La pantalla tindrà una llista on es mostrarà una línia amb l’import acumulat per cada tipus de transacció i medi de pagament per al dia present. Es podrà realitzar la recerca per altres dies</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highlight>
                  <a:srgbClr val="00FF00"/>
                </a:highlight>
                <a:latin typeface="Verdana" panose="020B0604030504040204" pitchFamily="34" charset="0"/>
              </a:rPr>
              <a:t>S’ha de poder emetre un llistat, informe, o exportació a Excel de la informació de la llista</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457200" lvl="2" algn="just">
              <a:buClr>
                <a:srgbClr val="C00000"/>
              </a:buCl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457200" lvl="2" algn="just">
              <a:buClr>
                <a:srgbClr val="C00000"/>
              </a:buCl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2" name="object 5">
            <a:extLst>
              <a:ext uri="{FF2B5EF4-FFF2-40B4-BE49-F238E27FC236}">
                <a16:creationId xmlns:a16="http://schemas.microsoft.com/office/drawing/2014/main" id="{CB2D8843-0F9F-F9E1-6109-11FF4B69273D}"/>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C7C7C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D7532E62-9FED-C20D-5906-750DED139829}"/>
              </a:ext>
            </a:extLst>
          </p:cNvPr>
          <p:cNvSpPr txBox="1"/>
          <p:nvPr/>
        </p:nvSpPr>
        <p:spPr>
          <a:xfrm>
            <a:off x="380999" y="954426"/>
            <a:ext cx="1752219" cy="297517"/>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TPV</a:t>
            </a:r>
          </a:p>
        </p:txBody>
      </p:sp>
      <p:sp>
        <p:nvSpPr>
          <p:cNvPr id="7" name="CuadroTexto 6">
            <a:extLst>
              <a:ext uri="{FF2B5EF4-FFF2-40B4-BE49-F238E27FC236}">
                <a16:creationId xmlns:a16="http://schemas.microsoft.com/office/drawing/2014/main" id="{063587FD-91CA-5105-7B28-5CBD3D390FF6}"/>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06</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11430245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747A165-F5E7-4FF4-BF59-9BD90CCA8E1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033" r="18488"/>
          <a:stretch/>
        </p:blipFill>
        <p:spPr>
          <a:xfrm>
            <a:off x="1537793" y="0"/>
            <a:ext cx="6847317" cy="6477000"/>
          </a:xfrm>
          <a:prstGeom prst="rect">
            <a:avLst/>
          </a:prstGeom>
        </p:spPr>
      </p:pic>
      <p:sp>
        <p:nvSpPr>
          <p:cNvPr id="4" name="object 4"/>
          <p:cNvSpPr/>
          <p:nvPr/>
        </p:nvSpPr>
        <p:spPr>
          <a:xfrm>
            <a:off x="7343000" y="5433352"/>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endParaRPr/>
          </a:p>
        </p:txBody>
      </p:sp>
      <p:sp>
        <p:nvSpPr>
          <p:cNvPr id="11" name="object 14">
            <a:extLst>
              <a:ext uri="{FF2B5EF4-FFF2-40B4-BE49-F238E27FC236}">
                <a16:creationId xmlns:a16="http://schemas.microsoft.com/office/drawing/2014/main" id="{9841B8F4-7EDE-41D8-83D5-7A5F84912B57}"/>
              </a:ext>
            </a:extLst>
          </p:cNvPr>
          <p:cNvSpPr/>
          <p:nvPr/>
        </p:nvSpPr>
        <p:spPr>
          <a:xfrm>
            <a:off x="533400" y="518654"/>
            <a:ext cx="3583940" cy="2559431"/>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endParaRPr dirty="0"/>
          </a:p>
        </p:txBody>
      </p:sp>
      <p:sp>
        <p:nvSpPr>
          <p:cNvPr id="10" name="CuadroTexto 9">
            <a:extLst>
              <a:ext uri="{FF2B5EF4-FFF2-40B4-BE49-F238E27FC236}">
                <a16:creationId xmlns:a16="http://schemas.microsoft.com/office/drawing/2014/main" id="{68F23EF3-4F85-4098-AB09-1E8675745FD9}"/>
              </a:ext>
            </a:extLst>
          </p:cNvPr>
          <p:cNvSpPr txBox="1"/>
          <p:nvPr/>
        </p:nvSpPr>
        <p:spPr>
          <a:xfrm>
            <a:off x="562456" y="518654"/>
            <a:ext cx="3470048" cy="1482457"/>
          </a:xfrm>
          <a:prstGeom prst="rect">
            <a:avLst/>
          </a:prstGeom>
          <a:noFill/>
        </p:spPr>
        <p:txBody>
          <a:bodyPr wrap="square" rtlCol="0">
            <a:spAutoFit/>
          </a:bodyPr>
          <a:lstStyle/>
          <a:p>
            <a:pPr marL="180000">
              <a:lnSpc>
                <a:spcPct val="100000"/>
              </a:lnSpc>
              <a:spcBef>
                <a:spcPts val="2735"/>
              </a:spcBef>
            </a:pPr>
            <a:r>
              <a:rPr lang="es-ES" sz="5400" b="1" dirty="0">
                <a:latin typeface="Open Sans" panose="020B0606030504020204" pitchFamily="34" charset="0"/>
                <a:ea typeface="Open Sans" panose="020B0606030504020204" pitchFamily="34" charset="0"/>
                <a:cs typeface="Open Sans" panose="020B0606030504020204" pitchFamily="34" charset="0"/>
              </a:rPr>
              <a:t>07</a:t>
            </a:r>
            <a:endParaRPr lang="es-ES" sz="5400" dirty="0">
              <a:latin typeface="Open Sans" panose="020B0606030504020204" pitchFamily="34" charset="0"/>
              <a:ea typeface="Open Sans" panose="020B0606030504020204" pitchFamily="34" charset="0"/>
              <a:cs typeface="Open Sans" panose="020B0606030504020204" pitchFamily="34" charset="0"/>
            </a:endParaRPr>
          </a:p>
          <a:p>
            <a:pPr marL="180000">
              <a:lnSpc>
                <a:spcPct val="100000"/>
              </a:lnSpc>
              <a:spcBef>
                <a:spcPts val="985"/>
              </a:spcBef>
            </a:pPr>
            <a:r>
              <a:rPr lang="ca-ES" sz="2800" spc="-10" dirty="0">
                <a:latin typeface="Open Sans" panose="020B0606030504020204" pitchFamily="34" charset="0"/>
                <a:ea typeface="Open Sans" panose="020B0606030504020204" pitchFamily="34" charset="0"/>
                <a:cs typeface="Open Sans" panose="020B0606030504020204" pitchFamily="34" charset="0"/>
              </a:rPr>
              <a:t>Traspàs d’històrics</a:t>
            </a:r>
            <a:endParaRPr lang="ca-ES" dirty="0"/>
          </a:p>
        </p:txBody>
      </p:sp>
    </p:spTree>
    <p:extLst>
      <p:ext uri="{BB962C8B-B14F-4D97-AF65-F5344CB8AC3E}">
        <p14:creationId xmlns:p14="http://schemas.microsoft.com/office/powerpoint/2010/main" val="15475626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Donat que els servidors </a:t>
            </a:r>
            <a:r>
              <a:rPr lang="ca-ES" altLang="ca-ES" sz="1600" dirty="0" err="1">
                <a:solidFill>
                  <a:srgbClr val="404040"/>
                </a:solidFill>
                <a:latin typeface="Verdana" panose="020B0604030504040204" pitchFamily="34" charset="0"/>
              </a:rPr>
              <a:t>d’XSinfo</a:t>
            </a:r>
            <a:r>
              <a:rPr lang="ca-ES" altLang="ca-ES" sz="1600" dirty="0">
                <a:solidFill>
                  <a:srgbClr val="404040"/>
                </a:solidFill>
                <a:latin typeface="Verdana" panose="020B0604030504040204" pitchFamily="34" charset="0"/>
              </a:rPr>
              <a:t> i </a:t>
            </a:r>
            <a:r>
              <a:rPr lang="ca-ES" altLang="ca-ES" sz="1600" dirty="0" err="1">
                <a:solidFill>
                  <a:srgbClr val="404040"/>
                </a:solidFill>
                <a:latin typeface="Verdana" panose="020B0604030504040204" pitchFamily="34" charset="0"/>
              </a:rPr>
              <a:t>aStore</a:t>
            </a:r>
            <a:r>
              <a:rPr lang="ca-ES" altLang="ca-ES" sz="1600" dirty="0">
                <a:solidFill>
                  <a:srgbClr val="404040"/>
                </a:solidFill>
                <a:latin typeface="Verdana" panose="020B0604030504040204" pitchFamily="34" charset="0"/>
              </a:rPr>
              <a:t> s’apagaran, es vol donar als clients la possibilitat de poder consultar les dades històriques, a canvi d’una quota mensual que pot anar en funció del número d’empreses que es desitgi traspassar. Cal tenir en compte que en empreses amb informació històrica d’un nombre elevat d’anys, això pot tenir impacte també en el cost d’allotjament.</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desenvoluparà una </a:t>
            </a:r>
            <a:r>
              <a:rPr lang="ca-ES" altLang="ca-ES" sz="1600" dirty="0" err="1">
                <a:solidFill>
                  <a:srgbClr val="404040"/>
                </a:solidFill>
                <a:latin typeface="Verdana" panose="020B0604030504040204" pitchFamily="34" charset="0"/>
              </a:rPr>
              <a:t>App</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History</a:t>
            </a:r>
            <a:r>
              <a:rPr lang="ca-ES" altLang="ca-ES" sz="1600" dirty="0">
                <a:solidFill>
                  <a:srgbClr val="404040"/>
                </a:solidFill>
                <a:latin typeface="Verdana" panose="020B0604030504040204" pitchFamily="34" charset="0"/>
              </a:rPr>
              <a:t>” que contindrà una rèplica de la base de dades de cada client, i que serà accessible només a nivell de consulta.</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Les taules a traspassar es crearan amb la mateixa estructura dins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Es disposarà de l’operativa estàndard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per a realitzar consultes sobre els objectes traspassats, evitant-nos el desenvolupament d’informes, que no seran traspassats ni convertits.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antics clients que hagin abandonat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també se’ls pot oferir aquesta </a:t>
            </a:r>
            <a:r>
              <a:rPr lang="ca-ES" altLang="ca-ES" sz="1600" dirty="0" err="1">
                <a:solidFill>
                  <a:srgbClr val="404040"/>
                </a:solidFill>
                <a:latin typeface="Verdana" panose="020B0604030504040204" pitchFamily="34" charset="0"/>
              </a:rPr>
              <a:t>App</a:t>
            </a:r>
            <a:r>
              <a:rPr lang="ca-ES" altLang="ca-ES" sz="1600" dirty="0">
                <a:solidFill>
                  <a:srgbClr val="404040"/>
                </a:solidFill>
                <a:latin typeface="Verdana" panose="020B0604030504040204" pitchFamily="34" charset="0"/>
              </a:rPr>
              <a:t> i fins i tot incloure el traspàs de dades inicials, el que els permetria tenir un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operatiu no només a nivell de consulta. En aquest cas, caldria valorar una implantació bàsica per a realitzar les mínimes parametritzacions necessàries.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Consideracions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t</a:t>
            </a:r>
            <a:r>
              <a:rPr lang="ca-ES" altLang="es-ES" sz="2800" b="1"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raspàs històrics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object 5">
            <a:extLst>
              <a:ext uri="{FF2B5EF4-FFF2-40B4-BE49-F238E27FC236}">
                <a16:creationId xmlns:a16="http://schemas.microsoft.com/office/drawing/2014/main" id="{F731EB36-0D6D-33D4-8CC6-839F4B9D468E}"/>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CuadroTexto 6">
            <a:extLst>
              <a:ext uri="{FF2B5EF4-FFF2-40B4-BE49-F238E27FC236}">
                <a16:creationId xmlns:a16="http://schemas.microsoft.com/office/drawing/2014/main" id="{575853BC-F322-09F7-A98C-3B2CFD628DAE}"/>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Traspàs d’històrics</a:t>
            </a:r>
          </a:p>
        </p:txBody>
      </p:sp>
      <p:sp>
        <p:nvSpPr>
          <p:cNvPr id="8" name="CuadroTexto 7">
            <a:extLst>
              <a:ext uri="{FF2B5EF4-FFF2-40B4-BE49-F238E27FC236}">
                <a16:creationId xmlns:a16="http://schemas.microsoft.com/office/drawing/2014/main" id="{2AE808A0-EB23-4191-7492-87BF7729EECE}"/>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07</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Per al traspàs d’històrics es realitzarà una utilitat en MS-Access, de la mateixa forma que per a la migració inicial.</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Es podrà utilitzar la mateixa eina de càrrega de dades inicials, en una versió evolucionada, de forma que es puguin aprofitar les relacions amb els fitxers mestres traspassats.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De la mateixa manera que per a la càrrega de dades inicials, els consultors no podran modificar l’eina.</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Prèviament a la utilització de l’eina, s’hauran d’haver creat els objectes a traspassar dins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La creació d’aquests objectes formarà part del paquet d’instal·lació de </a:t>
            </a:r>
            <a:r>
              <a:rPr lang="ca-ES" altLang="ca-ES" sz="1600" dirty="0" err="1">
                <a:solidFill>
                  <a:srgbClr val="404040"/>
                </a:solidFill>
                <a:latin typeface="Verdana" panose="020B0604030504040204" pitchFamily="34" charset="0"/>
              </a:rPr>
              <a:t>l’App</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History</a:t>
            </a:r>
            <a:r>
              <a:rPr lang="ca-ES" altLang="ca-ES" sz="1600" dirty="0">
                <a:solidFill>
                  <a:srgbClr val="404040"/>
                </a:solidFill>
                <a:latin typeface="Verdana" panose="020B0604030504040204" pitchFamily="34" charset="0"/>
              </a:rPr>
              <a:t>”</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Donat que no es traspassaran informes, no té sentit traspassar la informació necessària per a la confecció d’informes, per exemple, configuracions per a la confecció de balanços oficials. Tota informació en aquest sentit que el client desitgi conservar, haurà de ser impresa abans del tancament de </a:t>
            </a:r>
            <a:r>
              <a:rPr lang="ca-ES" altLang="ca-ES" sz="1600" dirty="0" err="1">
                <a:solidFill>
                  <a:srgbClr val="404040"/>
                </a:solidFill>
                <a:latin typeface="Verdana" panose="020B0604030504040204" pitchFamily="34" charset="0"/>
              </a:rPr>
              <a:t>l’XSinfo</a:t>
            </a:r>
            <a:r>
              <a:rPr lang="ca-ES" altLang="ca-ES" sz="1600" dirty="0">
                <a:solidFill>
                  <a:srgbClr val="404040"/>
                </a:solidFill>
                <a:latin typeface="Verdana" panose="020B0604030504040204" pitchFamily="34" charset="0"/>
              </a:rPr>
              <a:t>.</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Metodologia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t</a:t>
            </a:r>
            <a:r>
              <a:rPr lang="ca-ES" altLang="es-ES" sz="2800" b="1"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raspàs històrics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object 5">
            <a:extLst>
              <a:ext uri="{FF2B5EF4-FFF2-40B4-BE49-F238E27FC236}">
                <a16:creationId xmlns:a16="http://schemas.microsoft.com/office/drawing/2014/main" id="{1C5569A9-DF16-09CE-CF6F-4CBBAFA040BF}"/>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CuadroTexto 6">
            <a:extLst>
              <a:ext uri="{FF2B5EF4-FFF2-40B4-BE49-F238E27FC236}">
                <a16:creationId xmlns:a16="http://schemas.microsoft.com/office/drawing/2014/main" id="{B19289B5-06E0-F986-A040-791F2C9986DB}"/>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Traspàs d’històrics</a:t>
            </a:r>
          </a:p>
        </p:txBody>
      </p:sp>
      <p:sp>
        <p:nvSpPr>
          <p:cNvPr id="8" name="CuadroTexto 7">
            <a:extLst>
              <a:ext uri="{FF2B5EF4-FFF2-40B4-BE49-F238E27FC236}">
                <a16:creationId xmlns:a16="http://schemas.microsoft.com/office/drawing/2014/main" id="{E358EF3A-E008-37FB-027B-DE3815F7CB09}"/>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07</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3678639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Les dades històriques a traspassar seran:</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Empreses, dades socials (m0101)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Magatzems, noms i adreces (m0401)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Venedors amb acumulats de venda per any i mes (m0501, m0502)</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Vehicles (m0601)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Bancs (</a:t>
            </a:r>
            <a:r>
              <a:rPr lang="ca-ES" altLang="ca-ES" sz="1600" dirty="0" err="1">
                <a:solidFill>
                  <a:srgbClr val="404040"/>
                </a:solidFill>
                <a:latin typeface="Verdana" panose="020B0604030504040204" pitchFamily="34" charset="0"/>
              </a:rPr>
              <a:t>bancos</a:t>
            </a:r>
            <a:r>
              <a:rPr lang="ca-ES" altLang="ca-ES" sz="1600" dirty="0">
                <a:solidFill>
                  <a:srgbClr val="404040"/>
                </a:solidFill>
                <a:latin typeface="Verdana" panose="020B0604030504040204" pitchFamily="34" charset="0"/>
              </a:rPr>
              <a:t>, bancos01, x1701, x170101)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Conceptes comptables (</a:t>
            </a:r>
            <a:r>
              <a:rPr lang="ca-ES" altLang="ca-ES" sz="1600" dirty="0" err="1">
                <a:solidFill>
                  <a:srgbClr val="404040"/>
                </a:solidFill>
                <a:latin typeface="Verdana" panose="020B0604030504040204" pitchFamily="34" charset="0"/>
              </a:rPr>
              <a:t>conceptos</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r>
              <a:rPr lang="ca-ES" altLang="ca-ES" sz="1600" dirty="0" err="1">
                <a:solidFill>
                  <a:srgbClr val="404040"/>
                </a:solidFill>
                <a:latin typeface="Verdana" panose="020B0604030504040204" pitchFamily="34" charset="0"/>
              </a:rPr>
              <a:t>Subcomptes</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subcuentas</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Comptes comptables (</a:t>
            </a:r>
            <a:r>
              <a:rPr lang="ca-ES" altLang="ca-ES" sz="1600" dirty="0" err="1">
                <a:solidFill>
                  <a:srgbClr val="404040"/>
                </a:solidFill>
                <a:latin typeface="Verdana" panose="020B0604030504040204" pitchFamily="34" charset="0"/>
              </a:rPr>
              <a:t>cuentas</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Diaris (</a:t>
            </a:r>
            <a:r>
              <a:rPr lang="ca-ES" altLang="ca-ES" sz="1600" dirty="0" err="1">
                <a:solidFill>
                  <a:srgbClr val="404040"/>
                </a:solidFill>
                <a:latin typeface="Verdana" panose="020B0604030504040204" pitchFamily="34" charset="0"/>
              </a:rPr>
              <a:t>diarios</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Assentaments comptables (apuntes)</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Grups comptables (</a:t>
            </a:r>
            <a:r>
              <a:rPr lang="ca-ES" altLang="ca-ES" sz="1600" dirty="0" err="1">
                <a:solidFill>
                  <a:srgbClr val="404040"/>
                </a:solidFill>
                <a:latin typeface="Verdana" panose="020B0604030504040204" pitchFamily="34" charset="0"/>
              </a:rPr>
              <a:t>grupos</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Subgrups comptables (</a:t>
            </a:r>
            <a:r>
              <a:rPr lang="ca-ES" altLang="ca-ES" sz="1600" dirty="0" err="1">
                <a:solidFill>
                  <a:srgbClr val="404040"/>
                </a:solidFill>
                <a:latin typeface="Verdana" panose="020B0604030504040204" pitchFamily="34" charset="0"/>
              </a:rPr>
              <a:t>subgrupos</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Immobilitzat (</a:t>
            </a:r>
            <a:r>
              <a:rPr lang="ca-ES" altLang="ca-ES" sz="1600" dirty="0" err="1">
                <a:solidFill>
                  <a:srgbClr val="404040"/>
                </a:solidFill>
                <a:latin typeface="Verdana" panose="020B0604030504040204" pitchFamily="34" charset="0"/>
              </a:rPr>
              <a:t>inmov</a:t>
            </a:r>
            <a:r>
              <a:rPr lang="ca-ES" altLang="ca-ES" sz="1600" dirty="0">
                <a:solidFill>
                  <a:srgbClr val="404040"/>
                </a:solidFill>
                <a:latin typeface="Verdana" panose="020B0604030504040204" pitchFamily="34" charset="0"/>
              </a:rPr>
              <a:t>, invmov1, inmov2)</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Registre d’IVA (iva, </a:t>
            </a:r>
            <a:r>
              <a:rPr lang="ca-ES" altLang="ca-ES" sz="1600" dirty="0" err="1">
                <a:solidFill>
                  <a:srgbClr val="404040"/>
                </a:solidFill>
                <a:latin typeface="Verdana" panose="020B0604030504040204" pitchFamily="34" charset="0"/>
              </a:rPr>
              <a:t>origeniva</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Dades històriques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traspassades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object 5">
            <a:extLst>
              <a:ext uri="{FF2B5EF4-FFF2-40B4-BE49-F238E27FC236}">
                <a16:creationId xmlns:a16="http://schemas.microsoft.com/office/drawing/2014/main" id="{6C884CE8-3835-4AC2-8AE2-CC25ED96C4C2}"/>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CuadroTexto 6">
            <a:extLst>
              <a:ext uri="{FF2B5EF4-FFF2-40B4-BE49-F238E27FC236}">
                <a16:creationId xmlns:a16="http://schemas.microsoft.com/office/drawing/2014/main" id="{4CEB67A7-FFCA-AA85-5DAE-8261854946FB}"/>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Traspàs d’històrics</a:t>
            </a:r>
          </a:p>
        </p:txBody>
      </p:sp>
      <p:sp>
        <p:nvSpPr>
          <p:cNvPr id="8" name="CuadroTexto 7">
            <a:extLst>
              <a:ext uri="{FF2B5EF4-FFF2-40B4-BE49-F238E27FC236}">
                <a16:creationId xmlns:a16="http://schemas.microsoft.com/office/drawing/2014/main" id="{460282DD-0514-50CC-8CB3-AA6DBAB84017}"/>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07</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36603466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Les dades històriques a traspassar seran:</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Cartera de cobraments (</a:t>
            </a:r>
            <a:r>
              <a:rPr lang="ca-ES" altLang="ca-ES" sz="1600" dirty="0" err="1">
                <a:solidFill>
                  <a:srgbClr val="404040"/>
                </a:solidFill>
                <a:latin typeface="Verdana" panose="020B0604030504040204" pitchFamily="34" charset="0"/>
              </a:rPr>
              <a:t>cobrosv</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cobrost</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cobrosm</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cobrospdf</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Cartera de pagaments (</a:t>
            </a:r>
            <a:r>
              <a:rPr lang="ca-ES" altLang="ca-ES" sz="1600" dirty="0" err="1">
                <a:solidFill>
                  <a:srgbClr val="404040"/>
                </a:solidFill>
                <a:latin typeface="Verdana" panose="020B0604030504040204" pitchFamily="34" charset="0"/>
              </a:rPr>
              <a:t>pagosv</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pagost</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pagosm</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pagostpv</a:t>
            </a:r>
            <a:r>
              <a:rPr lang="ca-ES" altLang="ca-ES" sz="1600" dirty="0">
                <a:solidFill>
                  <a:srgbClr val="404040"/>
                </a:solidFill>
                <a:latin typeface="Verdana" panose="020B0604030504040204" pitchFamily="34" charset="0"/>
              </a:rPr>
              <a:t>)</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Vendes per TPV (tpv01)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Cobraments per TPV (tpv02)</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Acumulats TPV (tpv03)</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Agències de transport (x0101)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Formes de pagament (x0901)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Zones comercials (x1001)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Línies de producte (x1101)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Tarifes (x1201, x120101)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Monedes (x1301, x1302, x1303)</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Unitats de mesura (x1401, x140101)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Diferències en factures de compra (x1501)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Categories (x1901)</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Dades històriques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traspassades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object 5">
            <a:extLst>
              <a:ext uri="{FF2B5EF4-FFF2-40B4-BE49-F238E27FC236}">
                <a16:creationId xmlns:a16="http://schemas.microsoft.com/office/drawing/2014/main" id="{BBA316DD-BD6B-6957-811F-E009AA778B8C}"/>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CuadroTexto 6">
            <a:extLst>
              <a:ext uri="{FF2B5EF4-FFF2-40B4-BE49-F238E27FC236}">
                <a16:creationId xmlns:a16="http://schemas.microsoft.com/office/drawing/2014/main" id="{ED940FD1-77DE-EC7D-DAEC-004A63440A2C}"/>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Traspàs d’històrics</a:t>
            </a:r>
          </a:p>
        </p:txBody>
      </p:sp>
      <p:sp>
        <p:nvSpPr>
          <p:cNvPr id="8" name="CuadroTexto 7">
            <a:extLst>
              <a:ext uri="{FF2B5EF4-FFF2-40B4-BE49-F238E27FC236}">
                <a16:creationId xmlns:a16="http://schemas.microsoft.com/office/drawing/2014/main" id="{6E9EF3F2-1885-476F-D61B-9B05B5203AA2}"/>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07</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28181965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Les dades històriques a traspassar seran:</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Idiomes (x2001)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Claus d’articles i tercers (x2301)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Expedicions (x2701)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Centres de cost (x2901)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Canals (x3001)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Obres (x3101, X310101)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Pressupostos i comandes (v0101, v010101, v010102, v010103, vxx03)</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Albarans de compra i de venda (v0201, v020101, vxx04)</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Factures de compra i de venda (v0301, vxx04, vxx0401)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Moviments entre magatzems (v0401, v040101)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Ordres de producció (v051,v050101)</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Descripcions de descomptes per documents (vxx01)</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Observacions per magatzem i tipus de document (vxx02)</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Bestretes (vxx04, vxx0501, vxx0502)</a:t>
            </a: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Dades històriques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traspassades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object 5">
            <a:extLst>
              <a:ext uri="{FF2B5EF4-FFF2-40B4-BE49-F238E27FC236}">
                <a16:creationId xmlns:a16="http://schemas.microsoft.com/office/drawing/2014/main" id="{A359CF66-B6B6-AE8C-5EF2-F9ACFB6E5140}"/>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CuadroTexto 6">
            <a:extLst>
              <a:ext uri="{FF2B5EF4-FFF2-40B4-BE49-F238E27FC236}">
                <a16:creationId xmlns:a16="http://schemas.microsoft.com/office/drawing/2014/main" id="{E454B605-AE97-F96D-8B64-75EFB0DF2FB0}"/>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Traspàs d’històrics</a:t>
            </a:r>
          </a:p>
        </p:txBody>
      </p:sp>
      <p:sp>
        <p:nvSpPr>
          <p:cNvPr id="8" name="CuadroTexto 7">
            <a:extLst>
              <a:ext uri="{FF2B5EF4-FFF2-40B4-BE49-F238E27FC236}">
                <a16:creationId xmlns:a16="http://schemas.microsoft.com/office/drawing/2014/main" id="{F4DFC820-4D3D-43A0-CECE-0D20A51140DF}"/>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07</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37080196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Les dades històriques a traspassar seran:</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Dades especials per tipus de document (vxx06)</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Descripcions manuals de línies de document (vxxxx01, vxxxx02)</a:t>
            </a:r>
          </a:p>
          <a:p>
            <a:pPr marL="800100" lvl="2"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Observacions de documents (vxxxx05, vxxxx08)</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Mides (vxxxx09, vxxxx10, vxxxx12)</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Números de sèrie (vxxxx14)</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Números de peces, caixes i lots per línia (vxxxx15, vxxxx19)</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Relació albarans amb línies de comanda (vxxxx20)</a:t>
            </a:r>
          </a:p>
          <a:p>
            <a:pPr marL="800100" lvl="1"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Històric de preus per document (vxxxx21)</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comparteix taules entre els diversos tipus de documents. Possiblement alguna d’aquestes entitats de dades s’haurà de donar d’alta diverses vegades a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formant part d’un objecte en concret, a efectes de poder gestionar correctament les entitats d’informació. La utilitat de traspàs filtrarà i desarà les dades corresponents a cada objecte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Per exemple, les observacions de documents han de pertànyer a cada tipus de document.</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Dades històriques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traspassades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object 5">
            <a:extLst>
              <a:ext uri="{FF2B5EF4-FFF2-40B4-BE49-F238E27FC236}">
                <a16:creationId xmlns:a16="http://schemas.microsoft.com/office/drawing/2014/main" id="{CADCDEE6-2705-FE2E-8617-C8B0FDB4A572}"/>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CuadroTexto 6">
            <a:extLst>
              <a:ext uri="{FF2B5EF4-FFF2-40B4-BE49-F238E27FC236}">
                <a16:creationId xmlns:a16="http://schemas.microsoft.com/office/drawing/2014/main" id="{A26A4CEC-1493-50B6-8A5B-2CE35274AF5F}"/>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Traspàs d’històrics</a:t>
            </a:r>
          </a:p>
        </p:txBody>
      </p:sp>
      <p:sp>
        <p:nvSpPr>
          <p:cNvPr id="8" name="CuadroTexto 7">
            <a:extLst>
              <a:ext uri="{FF2B5EF4-FFF2-40B4-BE49-F238E27FC236}">
                <a16:creationId xmlns:a16="http://schemas.microsoft.com/office/drawing/2014/main" id="{F017F2DD-62DE-A368-BC95-28604130F3DE}"/>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07</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12724096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La llista de dades a traspassar és força exhaustiva i s’han inclòs diverses taules de dades auxiliars a efectes de facilitar la lectura de les dades traspassades. Per exemple, les formes de pagament, per poder llegir correctament la informació d’una factura.</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cas que, en aquest exemple, la forma de pagament ja sigui una dada llegible sense necessitat de taula auxiliar (no hi hagi una relació mitjançant </a:t>
            </a:r>
            <a:r>
              <a:rPr lang="ca-ES" altLang="ca-ES" sz="1600" dirty="0" err="1">
                <a:solidFill>
                  <a:srgbClr val="404040"/>
                </a:solidFill>
                <a:latin typeface="Verdana" panose="020B0604030504040204" pitchFamily="34" charset="0"/>
              </a:rPr>
              <a:t>Ids</a:t>
            </a:r>
            <a:r>
              <a:rPr lang="ca-ES" altLang="ca-ES" sz="1600" dirty="0">
                <a:solidFill>
                  <a:srgbClr val="404040"/>
                </a:solidFill>
                <a:latin typeface="Verdana" panose="020B0604030504040204" pitchFamily="34" charset="0"/>
              </a:rPr>
              <a:t> si no que la dada en la taula de factures sigui el mateix codi) podria simplificar-se la llista de taules a traspassar. Aquest aspecte serà avaluat durant la confecció de la utilitat de migració.</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Tota la resta de taules no detallades en aquest document, no seran traspassades.</a:t>
            </a: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Dades històriques NO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traspassades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object 5">
            <a:extLst>
              <a:ext uri="{FF2B5EF4-FFF2-40B4-BE49-F238E27FC236}">
                <a16:creationId xmlns:a16="http://schemas.microsoft.com/office/drawing/2014/main" id="{A262D188-0C9E-4D61-1E91-93F9F3E0F7CA}"/>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CuadroTexto 6">
            <a:extLst>
              <a:ext uri="{FF2B5EF4-FFF2-40B4-BE49-F238E27FC236}">
                <a16:creationId xmlns:a16="http://schemas.microsoft.com/office/drawing/2014/main" id="{A12E3A2F-B994-ED24-238F-1E26B32763D4}"/>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Traspàs d’històrics</a:t>
            </a:r>
          </a:p>
        </p:txBody>
      </p:sp>
      <p:sp>
        <p:nvSpPr>
          <p:cNvPr id="8" name="CuadroTexto 7">
            <a:extLst>
              <a:ext uri="{FF2B5EF4-FFF2-40B4-BE49-F238E27FC236}">
                <a16:creationId xmlns:a16="http://schemas.microsoft.com/office/drawing/2014/main" id="{C8B55AA5-9C81-579A-FA32-53C641E32AF2}"/>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07</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19592531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6">
            <a:extLst>
              <a:ext uri="{FF2B5EF4-FFF2-40B4-BE49-F238E27FC236}">
                <a16:creationId xmlns:a16="http://schemas.microsoft.com/office/drawing/2014/main" id="{2E9A21BF-28B0-2DAD-DDB7-D9C8532DD0F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745" r="14789"/>
          <a:stretch>
            <a:fillRect/>
          </a:stretch>
        </p:blipFill>
        <p:spPr bwMode="auto">
          <a:xfrm>
            <a:off x="1833287" y="0"/>
            <a:ext cx="7938567" cy="5833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4"/>
          <p:cNvSpPr/>
          <p:nvPr/>
        </p:nvSpPr>
        <p:spPr>
          <a:xfrm>
            <a:off x="7343000" y="5433352"/>
            <a:ext cx="2084705" cy="180340"/>
          </a:xfrm>
          <a:custGeom>
            <a:avLst/>
            <a:gdLst/>
            <a:ahLst/>
            <a:cxnLst/>
            <a:rect l="l" t="t" r="r" b="b"/>
            <a:pathLst>
              <a:path w="2084704" h="180339">
                <a:moveTo>
                  <a:pt x="179997" y="0"/>
                </a:moveTo>
                <a:lnTo>
                  <a:pt x="0" y="0"/>
                </a:lnTo>
                <a:lnTo>
                  <a:pt x="0" y="179997"/>
                </a:lnTo>
                <a:lnTo>
                  <a:pt x="179997" y="179997"/>
                </a:lnTo>
                <a:lnTo>
                  <a:pt x="179997" y="0"/>
                </a:lnTo>
                <a:close/>
              </a:path>
              <a:path w="2084704" h="180339">
                <a:moveTo>
                  <a:pt x="2084235" y="0"/>
                </a:moveTo>
                <a:lnTo>
                  <a:pt x="284238" y="0"/>
                </a:lnTo>
                <a:lnTo>
                  <a:pt x="284238" y="179997"/>
                </a:lnTo>
                <a:lnTo>
                  <a:pt x="2084235" y="179997"/>
                </a:lnTo>
                <a:lnTo>
                  <a:pt x="2084235" y="0"/>
                </a:lnTo>
                <a:close/>
              </a:path>
            </a:pathLst>
          </a:custGeom>
          <a:solidFill>
            <a:srgbClr val="E32717"/>
          </a:solidFill>
        </p:spPr>
        <p:txBody>
          <a:bodyPr wrap="square" lIns="0" tIns="0" rIns="0" bIns="0" rtlCol="0"/>
          <a:lstStyle/>
          <a:p>
            <a:endParaRPr/>
          </a:p>
        </p:txBody>
      </p:sp>
      <p:sp>
        <p:nvSpPr>
          <p:cNvPr id="11" name="object 14">
            <a:extLst>
              <a:ext uri="{FF2B5EF4-FFF2-40B4-BE49-F238E27FC236}">
                <a16:creationId xmlns:a16="http://schemas.microsoft.com/office/drawing/2014/main" id="{9841B8F4-7EDE-41D8-83D5-7A5F84912B57}"/>
              </a:ext>
            </a:extLst>
          </p:cNvPr>
          <p:cNvSpPr/>
          <p:nvPr/>
        </p:nvSpPr>
        <p:spPr>
          <a:xfrm>
            <a:off x="533400" y="518654"/>
            <a:ext cx="3583940" cy="2559431"/>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F2F2F2"/>
          </a:solidFill>
        </p:spPr>
        <p:txBody>
          <a:bodyPr wrap="square" lIns="0" tIns="0" rIns="0" bIns="0" rtlCol="0"/>
          <a:lstStyle/>
          <a:p>
            <a:endParaRPr dirty="0"/>
          </a:p>
        </p:txBody>
      </p:sp>
      <p:sp>
        <p:nvSpPr>
          <p:cNvPr id="10" name="CuadroTexto 9">
            <a:extLst>
              <a:ext uri="{FF2B5EF4-FFF2-40B4-BE49-F238E27FC236}">
                <a16:creationId xmlns:a16="http://schemas.microsoft.com/office/drawing/2014/main" id="{68F23EF3-4F85-4098-AB09-1E8675745FD9}"/>
              </a:ext>
            </a:extLst>
          </p:cNvPr>
          <p:cNvSpPr txBox="1"/>
          <p:nvPr/>
        </p:nvSpPr>
        <p:spPr>
          <a:xfrm>
            <a:off x="562456" y="518654"/>
            <a:ext cx="3470048" cy="1913344"/>
          </a:xfrm>
          <a:prstGeom prst="rect">
            <a:avLst/>
          </a:prstGeom>
          <a:noFill/>
        </p:spPr>
        <p:txBody>
          <a:bodyPr wrap="square" rtlCol="0">
            <a:spAutoFit/>
          </a:bodyPr>
          <a:lstStyle/>
          <a:p>
            <a:pPr marL="180000">
              <a:lnSpc>
                <a:spcPct val="100000"/>
              </a:lnSpc>
              <a:spcBef>
                <a:spcPts val="2735"/>
              </a:spcBef>
            </a:pPr>
            <a:r>
              <a:rPr lang="es-ES" sz="5400" b="1" dirty="0">
                <a:latin typeface="Open Sans" panose="020B0606030504020204" pitchFamily="34" charset="0"/>
                <a:ea typeface="Open Sans" panose="020B0606030504020204" pitchFamily="34" charset="0"/>
                <a:cs typeface="Open Sans" panose="020B0606030504020204" pitchFamily="34" charset="0"/>
              </a:rPr>
              <a:t>08</a:t>
            </a:r>
            <a:endParaRPr lang="es-ES" sz="5400" dirty="0">
              <a:latin typeface="Open Sans" panose="020B0606030504020204" pitchFamily="34" charset="0"/>
              <a:ea typeface="Open Sans" panose="020B0606030504020204" pitchFamily="34" charset="0"/>
              <a:cs typeface="Open Sans" panose="020B0606030504020204" pitchFamily="34" charset="0"/>
            </a:endParaRPr>
          </a:p>
          <a:p>
            <a:pPr marL="180000">
              <a:lnSpc>
                <a:spcPct val="100000"/>
              </a:lnSpc>
              <a:spcBef>
                <a:spcPts val="985"/>
              </a:spcBef>
            </a:pPr>
            <a:r>
              <a:rPr lang="ca-ES" sz="2800" spc="-10" dirty="0">
                <a:latin typeface="Open Sans" panose="020B0606030504020204" pitchFamily="34" charset="0"/>
                <a:ea typeface="Open Sans" panose="020B0606030504020204" pitchFamily="34" charset="0"/>
                <a:cs typeface="Open Sans" panose="020B0606030504020204" pitchFamily="34" charset="0"/>
              </a:rPr>
              <a:t>Altres consideracions</a:t>
            </a:r>
            <a:endParaRPr lang="ca-ES" dirty="0"/>
          </a:p>
        </p:txBody>
      </p:sp>
    </p:spTree>
    <p:extLst>
      <p:ext uri="{BB962C8B-B14F-4D97-AF65-F5344CB8AC3E}">
        <p14:creationId xmlns:p14="http://schemas.microsoft.com/office/powerpoint/2010/main" val="32881720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Alguns clients tenen personalitzacions fora de l’estàndard </a:t>
            </a:r>
            <a:r>
              <a:rPr lang="ca-ES" altLang="ca-ES" sz="1600" dirty="0" err="1">
                <a:solidFill>
                  <a:srgbClr val="404040"/>
                </a:solidFill>
                <a:latin typeface="Verdana" panose="020B0604030504040204" pitchFamily="34" charset="0"/>
              </a:rPr>
              <a:t>d’XSinfo</a:t>
            </a:r>
            <a:r>
              <a:rPr lang="ca-ES" altLang="ca-ES" sz="1600" dirty="0">
                <a:solidFill>
                  <a:srgbClr val="404040"/>
                </a:solidFill>
                <a:latin typeface="Verdana" panose="020B0604030504040204" pitchFamily="34" charset="0"/>
              </a:rPr>
              <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Aquests clients es tractaran per separat, i es realitzarà un projecte a mida per cada un d’ells un cop s’hagi fet el gruix de migracions estàndards.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cap cas s’implementaran operatives que alterin o pugin alterar les operatives transaccionals estàndard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posant en risc la integritat de la informació.</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cap cas s’implementaran operatives que incompleixen els requeriments legals del software. Per suposat comptabilitats paral·leles, però també operatives que modifiquin documents ja registrats.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Les valoracions de l’estoc es realitzaran sempre per mètodes legalment vàlids i inclosos en l’estàndard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Hi ha clients que tenen portals web específics desenvolupats per nosaltres. Aquests portals seran realitzats de forma estàndard amb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i no es programaran interfícies per mantenir els portals actuals.</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lvl="1"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Personalitzacions de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clients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object 5">
            <a:extLst>
              <a:ext uri="{FF2B5EF4-FFF2-40B4-BE49-F238E27FC236}">
                <a16:creationId xmlns:a16="http://schemas.microsoft.com/office/drawing/2014/main" id="{3A4231D1-6182-B2D4-A232-607CE1277D92}"/>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F2F2F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CuadroTexto 11">
            <a:extLst>
              <a:ext uri="{FF2B5EF4-FFF2-40B4-BE49-F238E27FC236}">
                <a16:creationId xmlns:a16="http://schemas.microsoft.com/office/drawing/2014/main" id="{B18D1307-432C-2415-AF53-AD50545C72F5}"/>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Altres consideracions</a:t>
            </a:r>
          </a:p>
        </p:txBody>
      </p:sp>
      <p:sp>
        <p:nvSpPr>
          <p:cNvPr id="13" name="CuadroTexto 12">
            <a:extLst>
              <a:ext uri="{FF2B5EF4-FFF2-40B4-BE49-F238E27FC236}">
                <a16:creationId xmlns:a16="http://schemas.microsoft.com/office/drawing/2014/main" id="{92EAE0D4-2506-3E27-7062-7F57CE4C9CDC}"/>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08</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42665139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Clients especials. Cal contactar amb </a:t>
            </a:r>
            <a:r>
              <a:rPr lang="ca-ES" altLang="ca-ES" sz="1600" dirty="0" err="1">
                <a:solidFill>
                  <a:srgbClr val="404040"/>
                </a:solidFill>
                <a:latin typeface="Verdana" panose="020B0604030504040204" pitchFamily="34" charset="0"/>
              </a:rPr>
              <a:t>ProdManager</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abans de fer cap oferta:</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b="1" dirty="0">
                <a:solidFill>
                  <a:srgbClr val="404040"/>
                </a:solidFill>
                <a:latin typeface="Verdana" panose="020B0604030504040204" pitchFamily="34" charset="0"/>
              </a:rPr>
              <a:t>Oliveras</a:t>
            </a:r>
            <a:r>
              <a:rPr lang="ca-ES" altLang="ca-ES" sz="1600" dirty="0">
                <a:solidFill>
                  <a:srgbClr val="404040"/>
                </a:solidFill>
                <a:latin typeface="Verdana" panose="020B0604030504040204" pitchFamily="34" charset="0"/>
              </a:rPr>
              <a:t>. Importació d’albarans i canvi de comptes de caixa per TPV. Segona base de dades extra comptable.</a:t>
            </a:r>
          </a:p>
          <a:p>
            <a:pPr marL="800100" lvl="2" indent="-342900" algn="just">
              <a:buClr>
                <a:srgbClr val="C00000"/>
              </a:buClr>
              <a:buFont typeface="Arial" panose="020B0604020202020204" pitchFamily="34" charset="0"/>
              <a:buChar char="•"/>
            </a:pPr>
            <a:r>
              <a:rPr lang="ca-ES" altLang="ca-ES" sz="1600" b="1" dirty="0" err="1">
                <a:solidFill>
                  <a:srgbClr val="404040"/>
                </a:solidFill>
                <a:latin typeface="Verdana" panose="020B0604030504040204" pitchFamily="34" charset="0"/>
              </a:rPr>
              <a:t>Alberch</a:t>
            </a:r>
            <a:r>
              <a:rPr lang="ca-ES" altLang="ca-ES" sz="1600" dirty="0">
                <a:solidFill>
                  <a:srgbClr val="404040"/>
                </a:solidFill>
                <a:latin typeface="Verdana" panose="020B0604030504040204" pitchFamily="34" charset="0"/>
              </a:rPr>
              <a:t>. Diverses personalitzacions no realitzades per Auren. Addicionalment, canvi de client en comandes i pressupostos. Modificació de línies en factures ja emeses. Importació de tarifes.</a:t>
            </a:r>
          </a:p>
          <a:p>
            <a:pPr marL="800100" lvl="2" indent="-342900" algn="just">
              <a:buClr>
                <a:srgbClr val="C00000"/>
              </a:buClr>
              <a:buFont typeface="Arial" panose="020B0604020202020204" pitchFamily="34" charset="0"/>
              <a:buChar char="•"/>
            </a:pPr>
            <a:r>
              <a:rPr lang="ca-ES" altLang="ca-ES" sz="1600" b="1" dirty="0">
                <a:solidFill>
                  <a:srgbClr val="404040"/>
                </a:solidFill>
                <a:latin typeface="Verdana" panose="020B0604030504040204" pitchFamily="34" charset="0"/>
              </a:rPr>
              <a:t>Fedor</a:t>
            </a:r>
            <a:r>
              <a:rPr lang="ca-ES" altLang="ca-ES" sz="1600" dirty="0">
                <a:solidFill>
                  <a:srgbClr val="404040"/>
                </a:solidFill>
                <a:latin typeface="Verdana" panose="020B0604030504040204" pitchFamily="34" charset="0"/>
              </a:rPr>
              <a:t>. Modificació d’estocs a partir d’Excel i importació de comandes.</a:t>
            </a:r>
          </a:p>
          <a:p>
            <a:pPr marL="800100" lvl="2" indent="-342900" algn="just">
              <a:buClr>
                <a:srgbClr val="C00000"/>
              </a:buClr>
              <a:buFont typeface="Arial" panose="020B0604020202020204" pitchFamily="34" charset="0"/>
              <a:buChar char="•"/>
            </a:pPr>
            <a:r>
              <a:rPr lang="ca-ES" altLang="ca-ES" sz="1600" b="1" dirty="0" err="1">
                <a:solidFill>
                  <a:srgbClr val="404040"/>
                </a:solidFill>
                <a:latin typeface="Verdana" panose="020B0604030504040204" pitchFamily="34" charset="0"/>
              </a:rPr>
              <a:t>Maq</a:t>
            </a:r>
            <a:r>
              <a:rPr lang="ca-ES" altLang="ca-ES" sz="1600" dirty="0">
                <a:solidFill>
                  <a:srgbClr val="404040"/>
                </a:solidFill>
                <a:latin typeface="Verdana" panose="020B0604030504040204" pitchFamily="34" charset="0"/>
              </a:rPr>
              <a:t>. Grau. Web de consulta de reparacions pels seus clients. Registre del número de bastidor dels vehicles en els albarans</a:t>
            </a:r>
            <a:r>
              <a:rPr lang="ca-ES" altLang="ca-ES" sz="2000" dirty="0">
                <a:solidFill>
                  <a:srgbClr val="404040"/>
                </a:solidFill>
                <a:latin typeface="Verdana" panose="020B0604030504040204" pitchFamily="34" charset="0"/>
              </a:rPr>
              <a:t>.</a:t>
            </a:r>
          </a:p>
          <a:p>
            <a:pPr marL="800100" lvl="2" indent="-342900" algn="just">
              <a:buClr>
                <a:srgbClr val="C00000"/>
              </a:buClr>
              <a:buFont typeface="Arial" panose="020B0604020202020204" pitchFamily="34" charset="0"/>
              <a:buChar char="•"/>
            </a:pPr>
            <a:r>
              <a:rPr lang="ca-ES" altLang="ca-ES" sz="1600" b="1" dirty="0" err="1">
                <a:solidFill>
                  <a:srgbClr val="404040"/>
                </a:solidFill>
                <a:latin typeface="Verdana" panose="020B0604030504040204" pitchFamily="34" charset="0"/>
              </a:rPr>
              <a:t>Espumas</a:t>
            </a:r>
            <a:r>
              <a:rPr lang="ca-ES" altLang="ca-ES" sz="1600" b="1" dirty="0">
                <a:solidFill>
                  <a:srgbClr val="404040"/>
                </a:solidFill>
                <a:latin typeface="Verdana" panose="020B0604030504040204" pitchFamily="34" charset="0"/>
              </a:rPr>
              <a:t> del </a:t>
            </a:r>
            <a:r>
              <a:rPr lang="ca-ES" altLang="ca-ES" sz="1600" b="1" dirty="0" err="1">
                <a:solidFill>
                  <a:srgbClr val="404040"/>
                </a:solidFill>
                <a:latin typeface="Verdana" panose="020B0604030504040204" pitchFamily="34" charset="0"/>
              </a:rPr>
              <a:t>Valles</a:t>
            </a:r>
            <a:r>
              <a:rPr lang="ca-ES" altLang="ca-ES" sz="1600" dirty="0">
                <a:solidFill>
                  <a:srgbClr val="404040"/>
                </a:solidFill>
                <a:latin typeface="Verdana" panose="020B0604030504040204" pitchFamily="34" charset="0"/>
              </a:rPr>
              <a:t>. Web nostra i utilització </a:t>
            </a:r>
            <a:r>
              <a:rPr lang="ca-ES" altLang="ca-ES" sz="1600" dirty="0" err="1">
                <a:solidFill>
                  <a:srgbClr val="404040"/>
                </a:solidFill>
                <a:latin typeface="Verdana" panose="020B0604030504040204" pitchFamily="34" charset="0"/>
              </a:rPr>
              <a:t>d’XSinfo</a:t>
            </a:r>
            <a:r>
              <a:rPr lang="ca-ES" altLang="ca-ES" sz="1600" dirty="0">
                <a:solidFill>
                  <a:srgbClr val="404040"/>
                </a:solidFill>
                <a:latin typeface="Verdana" panose="020B0604030504040204" pitchFamily="34" charset="0"/>
              </a:rPr>
              <a:t> només com a consulta</a:t>
            </a:r>
          </a:p>
          <a:p>
            <a:pPr marL="800100" lvl="2" indent="-342900" algn="just">
              <a:buClr>
                <a:srgbClr val="C00000"/>
              </a:buClr>
              <a:buFont typeface="Arial" panose="020B0604020202020204" pitchFamily="34" charset="0"/>
              <a:buChar char="•"/>
            </a:pPr>
            <a:r>
              <a:rPr lang="ca-ES" altLang="ca-ES" sz="1600" b="1" dirty="0" err="1">
                <a:solidFill>
                  <a:srgbClr val="404040"/>
                </a:solidFill>
                <a:latin typeface="Verdana" panose="020B0604030504040204" pitchFamily="34" charset="0"/>
              </a:rPr>
              <a:t>Inagasa</a:t>
            </a:r>
            <a:r>
              <a:rPr lang="ca-ES" altLang="ca-ES" sz="1600" dirty="0">
                <a:solidFill>
                  <a:srgbClr val="404040"/>
                </a:solidFill>
                <a:latin typeface="Verdana" panose="020B0604030504040204" pitchFamily="34" charset="0"/>
              </a:rPr>
              <a:t>. Múltiples informes a mida, desenvolupats pels seus medis.</a:t>
            </a:r>
          </a:p>
          <a:p>
            <a:pPr marL="800100" lvl="2" indent="-342900" algn="just">
              <a:buClr>
                <a:srgbClr val="C00000"/>
              </a:buClr>
              <a:buFont typeface="Arial" panose="020B0604020202020204" pitchFamily="34" charset="0"/>
              <a:buChar char="•"/>
            </a:pPr>
            <a:r>
              <a:rPr lang="ca-ES" altLang="ca-ES" sz="1600" b="1" dirty="0" err="1">
                <a:solidFill>
                  <a:srgbClr val="404040"/>
                </a:solidFill>
                <a:latin typeface="Verdana" panose="020B0604030504040204" pitchFamily="34" charset="0"/>
              </a:rPr>
              <a:t>Domenjó</a:t>
            </a:r>
            <a:r>
              <a:rPr lang="ca-ES" altLang="ca-ES" sz="1600" dirty="0">
                <a:solidFill>
                  <a:srgbClr val="404040"/>
                </a:solidFill>
                <a:latin typeface="Verdana" panose="020B0604030504040204" pitchFamily="34" charset="0"/>
              </a:rPr>
              <a:t>. Altíssima personalització realitzada per medis propis mitjançant programació externa (V. Basic)</a:t>
            </a:r>
          </a:p>
          <a:p>
            <a:pPr marL="800100" lvl="2" indent="-342900" algn="just">
              <a:buClr>
                <a:srgbClr val="C00000"/>
              </a:buClr>
              <a:buFont typeface="Arial" panose="020B0604020202020204" pitchFamily="34" charset="0"/>
              <a:buChar char="•"/>
            </a:pPr>
            <a:r>
              <a:rPr lang="ca-ES" altLang="ca-ES" sz="1600" b="1" dirty="0" err="1">
                <a:solidFill>
                  <a:srgbClr val="404040"/>
                </a:solidFill>
                <a:latin typeface="Verdana" panose="020B0604030504040204" pitchFamily="34" charset="0"/>
              </a:rPr>
              <a:t>Novamar</a:t>
            </a:r>
            <a:r>
              <a:rPr lang="ca-ES" altLang="ca-ES" sz="1600" dirty="0">
                <a:solidFill>
                  <a:srgbClr val="404040"/>
                </a:solidFill>
                <a:latin typeface="Verdana" panose="020B0604030504040204" pitchFamily="34" charset="0"/>
              </a:rPr>
              <a:t>. Web nostra per a l’entrada de comandes.</a:t>
            </a: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Personalitzacions de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clients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object 5">
            <a:extLst>
              <a:ext uri="{FF2B5EF4-FFF2-40B4-BE49-F238E27FC236}">
                <a16:creationId xmlns:a16="http://schemas.microsoft.com/office/drawing/2014/main" id="{3A4231D1-6182-B2D4-A232-607CE1277D92}"/>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CuadroTexto 11">
            <a:extLst>
              <a:ext uri="{FF2B5EF4-FFF2-40B4-BE49-F238E27FC236}">
                <a16:creationId xmlns:a16="http://schemas.microsoft.com/office/drawing/2014/main" id="{B18D1307-432C-2415-AF53-AD50545C72F5}"/>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Altres consideracions</a:t>
            </a:r>
          </a:p>
        </p:txBody>
      </p:sp>
      <p:sp>
        <p:nvSpPr>
          <p:cNvPr id="13" name="CuadroTexto 12">
            <a:extLst>
              <a:ext uri="{FF2B5EF4-FFF2-40B4-BE49-F238E27FC236}">
                <a16:creationId xmlns:a16="http://schemas.microsoft.com/office/drawing/2014/main" id="{92EAE0D4-2506-3E27-7062-7F57CE4C9CDC}"/>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07</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35336353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Clients especials. Cal contactar amb </a:t>
            </a:r>
            <a:r>
              <a:rPr lang="ca-ES" altLang="ca-ES" sz="1600" dirty="0" err="1">
                <a:solidFill>
                  <a:srgbClr val="404040"/>
                </a:solidFill>
                <a:latin typeface="Verdana" panose="020B0604030504040204" pitchFamily="34" charset="0"/>
              </a:rPr>
              <a:t>ProdManager</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abans de fer cap oferta:</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2" indent="-342900" algn="just">
              <a:buClr>
                <a:srgbClr val="C00000"/>
              </a:buClr>
              <a:buFont typeface="Arial" panose="020B0604020202020204" pitchFamily="34" charset="0"/>
              <a:buChar char="•"/>
            </a:pPr>
            <a:r>
              <a:rPr lang="ca-ES" altLang="ca-ES" sz="1600" b="1" dirty="0">
                <a:solidFill>
                  <a:srgbClr val="404040"/>
                </a:solidFill>
                <a:latin typeface="Verdana" panose="020B0604030504040204" pitchFamily="34" charset="0"/>
              </a:rPr>
              <a:t>Praia</a:t>
            </a:r>
            <a:r>
              <a:rPr lang="ca-ES" altLang="ca-ES" sz="1600" dirty="0">
                <a:solidFill>
                  <a:srgbClr val="404040"/>
                </a:solidFill>
                <a:latin typeface="Verdana" panose="020B0604030504040204" pitchFamily="34" charset="0"/>
              </a:rPr>
              <a:t>. Web, no nostra, però amb interfície amb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per a l’enviament d’articles i preus. Enviaments mitjançant lectura de codi de barres i </a:t>
            </a:r>
            <a:r>
              <a:rPr lang="ca-ES" altLang="ca-ES" sz="1600" dirty="0" err="1">
                <a:solidFill>
                  <a:srgbClr val="404040"/>
                </a:solidFill>
                <a:latin typeface="Verdana" panose="020B0604030504040204" pitchFamily="34" charset="0"/>
              </a:rPr>
              <a:t>packing</a:t>
            </a:r>
            <a:r>
              <a:rPr lang="ca-ES" altLang="ca-ES" sz="1600" dirty="0">
                <a:solidFill>
                  <a:srgbClr val="404040"/>
                </a:solidFill>
                <a:latin typeface="Verdana" panose="020B0604030504040204" pitchFamily="34" charset="0"/>
              </a:rPr>
              <a:t> </a:t>
            </a:r>
            <a:r>
              <a:rPr lang="ca-ES" altLang="ca-ES" sz="1600" dirty="0" err="1">
                <a:solidFill>
                  <a:srgbClr val="404040"/>
                </a:solidFill>
                <a:latin typeface="Verdana" panose="020B0604030504040204" pitchFamily="34" charset="0"/>
              </a:rPr>
              <a:t>list</a:t>
            </a:r>
            <a:r>
              <a:rPr lang="ca-ES" altLang="ca-ES" sz="1600" dirty="0">
                <a:solidFill>
                  <a:srgbClr val="404040"/>
                </a:solidFill>
                <a:latin typeface="Verdana" panose="020B0604030504040204" pitchFamily="34" charset="0"/>
              </a:rPr>
              <a:t> pel transportista, a través de servidor FTP on es fa la lectura mitjançant pistoles de codi de barres. El manteniment del servidor FTP el fem nosaltres.</a:t>
            </a:r>
          </a:p>
          <a:p>
            <a:pPr marL="800100" lvl="2" indent="-342900" algn="just">
              <a:buClr>
                <a:srgbClr val="C00000"/>
              </a:buClr>
              <a:buFont typeface="Arial" panose="020B0604020202020204" pitchFamily="34" charset="0"/>
              <a:buChar char="•"/>
            </a:pPr>
            <a:r>
              <a:rPr lang="ca-ES" altLang="ca-ES" sz="1600" b="1" dirty="0">
                <a:solidFill>
                  <a:srgbClr val="404040"/>
                </a:solidFill>
                <a:latin typeface="Verdana" panose="020B0604030504040204" pitchFamily="34" charset="0"/>
              </a:rPr>
              <a:t>Colibrí</a:t>
            </a:r>
            <a:r>
              <a:rPr lang="ca-ES" altLang="ca-ES" sz="1600" dirty="0">
                <a:solidFill>
                  <a:srgbClr val="404040"/>
                </a:solidFill>
                <a:latin typeface="Verdana" panose="020B0604030504040204" pitchFamily="34" charset="0"/>
              </a:rPr>
              <a:t>. Utilitza una versió antiga </a:t>
            </a:r>
            <a:r>
              <a:rPr lang="ca-ES" altLang="ca-ES" sz="1600" dirty="0" err="1">
                <a:solidFill>
                  <a:srgbClr val="404040"/>
                </a:solidFill>
                <a:latin typeface="Verdana" panose="020B0604030504040204" pitchFamily="34" charset="0"/>
              </a:rPr>
              <a:t>d’XSinfo</a:t>
            </a:r>
            <a:r>
              <a:rPr lang="ca-ES" altLang="ca-ES" sz="1600" dirty="0">
                <a:solidFill>
                  <a:srgbClr val="404040"/>
                </a:solidFill>
                <a:latin typeface="Verdana" panose="020B0604030504040204" pitchFamily="34" charset="0"/>
              </a:rPr>
              <a:t> en </a:t>
            </a:r>
            <a:r>
              <a:rPr lang="ca-ES" altLang="ca-ES" sz="1600" dirty="0" err="1">
                <a:solidFill>
                  <a:srgbClr val="404040"/>
                </a:solidFill>
                <a:latin typeface="Verdana" panose="020B0604030504040204" pitchFamily="34" charset="0"/>
              </a:rPr>
              <a:t>Informix</a:t>
            </a:r>
            <a:r>
              <a:rPr lang="ca-ES" altLang="ca-ES" sz="1600" dirty="0">
                <a:solidFill>
                  <a:srgbClr val="404040"/>
                </a:solidFill>
                <a:latin typeface="Verdana" panose="020B0604030504040204" pitchFamily="34" charset="0"/>
              </a:rPr>
              <a:t>. No preveiem desenvolupar cap utilitat de traspàs de dades.</a:t>
            </a:r>
          </a:p>
          <a:p>
            <a:pPr marL="800100" lvl="1" indent="-342900" algn="just">
              <a:buClr>
                <a:srgbClr val="C00000"/>
              </a:buClr>
              <a:buFont typeface="Arial" panose="020B0604020202020204" pitchFamily="34" charset="0"/>
              <a:buChar char="•"/>
            </a:pPr>
            <a:r>
              <a:rPr lang="ca-ES" altLang="ca-ES" sz="1600" b="1" dirty="0">
                <a:solidFill>
                  <a:srgbClr val="404040"/>
                </a:solidFill>
                <a:latin typeface="Verdana" panose="020B0604030504040204" pitchFamily="34" charset="0"/>
              </a:rPr>
              <a:t>Tejidos Sánchez</a:t>
            </a:r>
            <a:r>
              <a:rPr lang="ca-ES" altLang="ca-ES" sz="1600" dirty="0">
                <a:solidFill>
                  <a:srgbClr val="404040"/>
                </a:solidFill>
                <a:latin typeface="Verdana" panose="020B0604030504040204" pitchFamily="34" charset="0"/>
              </a:rPr>
              <a:t>. Utilitza </a:t>
            </a:r>
            <a:r>
              <a:rPr lang="ca-ES" altLang="ca-ES" sz="1600" dirty="0" err="1">
                <a:solidFill>
                  <a:srgbClr val="404040"/>
                </a:solidFill>
                <a:latin typeface="Verdana" panose="020B0604030504040204" pitchFamily="34" charset="0"/>
              </a:rPr>
              <a:t>aStore</a:t>
            </a:r>
            <a:r>
              <a:rPr lang="ca-ES" altLang="ca-ES" sz="1600" dirty="0">
                <a:solidFill>
                  <a:srgbClr val="404040"/>
                </a:solidFill>
                <a:latin typeface="Verdana" panose="020B0604030504040204" pitchFamily="34" charset="0"/>
              </a:rPr>
              <a:t>. Comptabilitat paral·lela.</a:t>
            </a:r>
          </a:p>
          <a:p>
            <a:pPr marL="800100" lvl="1" indent="-342900" algn="just">
              <a:buClr>
                <a:srgbClr val="C00000"/>
              </a:buClr>
              <a:buFont typeface="Arial" panose="020B0604020202020204" pitchFamily="34" charset="0"/>
              <a:buChar char="•"/>
            </a:pPr>
            <a:r>
              <a:rPr lang="ca-ES" altLang="ca-ES" sz="1600" b="1" dirty="0" err="1">
                <a:solidFill>
                  <a:srgbClr val="404040"/>
                </a:solidFill>
                <a:latin typeface="Verdana" panose="020B0604030504040204" pitchFamily="34" charset="0"/>
              </a:rPr>
              <a:t>Odena</a:t>
            </a:r>
            <a:r>
              <a:rPr lang="ca-ES" altLang="ca-ES" sz="1600" dirty="0">
                <a:solidFill>
                  <a:srgbClr val="404040"/>
                </a:solidFill>
                <a:latin typeface="Verdana" panose="020B0604030504040204" pitchFamily="34" charset="0"/>
              </a:rPr>
              <a:t>. Utilitza </a:t>
            </a:r>
            <a:r>
              <a:rPr lang="ca-ES" altLang="ca-ES" sz="1600" dirty="0" err="1">
                <a:solidFill>
                  <a:srgbClr val="404040"/>
                </a:solidFill>
                <a:latin typeface="Verdana" panose="020B0604030504040204" pitchFamily="34" charset="0"/>
              </a:rPr>
              <a:t>XSinfo</a:t>
            </a:r>
            <a:r>
              <a:rPr lang="ca-ES" altLang="ca-ES" sz="1600" dirty="0">
                <a:solidFill>
                  <a:srgbClr val="404040"/>
                </a:solidFill>
                <a:latin typeface="Verdana" panose="020B0604030504040204" pitchFamily="34" charset="0"/>
              </a:rPr>
              <a:t> només a nivell de consulta. Té molts específics.</a:t>
            </a:r>
          </a:p>
          <a:p>
            <a:pPr marL="800100" lvl="1" indent="-342900" algn="just">
              <a:buClr>
                <a:srgbClr val="C00000"/>
              </a:buClr>
              <a:buFont typeface="Arial" panose="020B0604020202020204" pitchFamily="34" charset="0"/>
              <a:buChar char="•"/>
            </a:pPr>
            <a:r>
              <a:rPr lang="ca-ES" altLang="ca-ES" sz="1600" b="1" dirty="0">
                <a:solidFill>
                  <a:srgbClr val="404040"/>
                </a:solidFill>
                <a:latin typeface="Verdana" panose="020B0604030504040204" pitchFamily="34" charset="0"/>
              </a:rPr>
              <a:t>Comellas</a:t>
            </a:r>
            <a:r>
              <a:rPr lang="ca-ES" altLang="ca-ES" sz="1600" dirty="0">
                <a:solidFill>
                  <a:srgbClr val="404040"/>
                </a:solidFill>
                <a:latin typeface="Verdana" panose="020B0604030504040204" pitchFamily="34" charset="0"/>
              </a:rPr>
              <a:t>. Producció a mida.</a:t>
            </a:r>
          </a:p>
          <a:p>
            <a:pPr marL="800100" lvl="1" indent="-342900" algn="just">
              <a:buClr>
                <a:srgbClr val="C00000"/>
              </a:buClr>
              <a:buFont typeface="Arial" panose="020B0604020202020204" pitchFamily="34" charset="0"/>
              <a:buChar char="•"/>
            </a:pPr>
            <a:r>
              <a:rPr lang="ca-ES" altLang="ca-ES" sz="1600" b="1" dirty="0">
                <a:solidFill>
                  <a:srgbClr val="404040"/>
                </a:solidFill>
                <a:latin typeface="Verdana" panose="020B0604030504040204" pitchFamily="34" charset="0"/>
              </a:rPr>
              <a:t>Gilabert</a:t>
            </a:r>
            <a:r>
              <a:rPr lang="ca-ES" altLang="ca-ES" sz="1600" dirty="0">
                <a:solidFill>
                  <a:srgbClr val="404040"/>
                </a:solidFill>
                <a:latin typeface="Verdana" panose="020B0604030504040204" pitchFamily="34" charset="0"/>
              </a:rPr>
              <a:t>. Utilitza </a:t>
            </a:r>
            <a:r>
              <a:rPr lang="ca-ES" altLang="ca-ES" sz="1600" dirty="0" err="1">
                <a:solidFill>
                  <a:srgbClr val="404040"/>
                </a:solidFill>
                <a:latin typeface="Verdana" panose="020B0604030504040204" pitchFamily="34" charset="0"/>
              </a:rPr>
              <a:t>aStore</a:t>
            </a:r>
            <a:r>
              <a:rPr lang="ca-ES" altLang="ca-ES" sz="1600" dirty="0">
                <a:solidFill>
                  <a:srgbClr val="404040"/>
                </a:solidFill>
                <a:latin typeface="Verdana" panose="020B0604030504040204" pitchFamily="34" charset="0"/>
              </a:rPr>
              <a:t>. Integració amb SAP a discontinuar.</a:t>
            </a:r>
          </a:p>
          <a:p>
            <a:pPr marL="800100" lvl="2"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Personalitzacions de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clients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object 5">
            <a:extLst>
              <a:ext uri="{FF2B5EF4-FFF2-40B4-BE49-F238E27FC236}">
                <a16:creationId xmlns:a16="http://schemas.microsoft.com/office/drawing/2014/main" id="{3A4231D1-6182-B2D4-A232-607CE1277D92}"/>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CuadroTexto 11">
            <a:extLst>
              <a:ext uri="{FF2B5EF4-FFF2-40B4-BE49-F238E27FC236}">
                <a16:creationId xmlns:a16="http://schemas.microsoft.com/office/drawing/2014/main" id="{B18D1307-432C-2415-AF53-AD50545C72F5}"/>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Altres consideracions</a:t>
            </a:r>
          </a:p>
        </p:txBody>
      </p:sp>
      <p:sp>
        <p:nvSpPr>
          <p:cNvPr id="13" name="CuadroTexto 12">
            <a:extLst>
              <a:ext uri="{FF2B5EF4-FFF2-40B4-BE49-F238E27FC236}">
                <a16:creationId xmlns:a16="http://schemas.microsoft.com/office/drawing/2014/main" id="{92EAE0D4-2506-3E27-7062-7F57CE4C9CDC}"/>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07</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20062102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3">
            <a:extLst>
              <a:ext uri="{FF2B5EF4-FFF2-40B4-BE49-F238E27FC236}">
                <a16:creationId xmlns:a16="http://schemas.microsoft.com/office/drawing/2014/main" id="{C30127CC-DBDD-94AC-B14E-BC248D589FE5}"/>
              </a:ext>
            </a:extLst>
          </p:cNvPr>
          <p:cNvSpPr txBox="1">
            <a:spLocks/>
          </p:cNvSpPr>
          <p:nvPr/>
        </p:nvSpPr>
        <p:spPr>
          <a:xfrm>
            <a:off x="484056" y="1984399"/>
            <a:ext cx="11127242" cy="417975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Tot i que es va donar la instrucció d’eliminar tota operativa de comptabilitat paral·lela, s’identifiquen clients que segueix utilitzant aquesta funcionalitat. L’incompliment en aquest aspecte és greu i posa en risc la continuïtat del nostre negoci. Els clients que no estiguin disposats a abandonar aquesta pràctica han de deixar de ser clients nostres de forma immediata, i tot empleat que no segueixi les instruccions clares en aquest aspecte ha de ser acomiadat.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H ha algun client molt específic, del sector càrniques (</a:t>
            </a:r>
            <a:r>
              <a:rPr lang="ca-ES" altLang="ca-ES" sz="1600" b="1" dirty="0">
                <a:solidFill>
                  <a:srgbClr val="404040"/>
                </a:solidFill>
                <a:latin typeface="Verdana" panose="020B0604030504040204" pitchFamily="34" charset="0"/>
              </a:rPr>
              <a:t>Costa Angelet</a:t>
            </a:r>
            <a:r>
              <a:rPr lang="ca-ES" altLang="ca-ES" sz="1600" dirty="0">
                <a:solidFill>
                  <a:srgbClr val="404040"/>
                </a:solidFill>
                <a:latin typeface="Verdana" panose="020B0604030504040204" pitchFamily="34" charset="0"/>
              </a:rPr>
              <a:t>). Aquest client cal tractar-lo de forma especifica, amb valoració prèvia per part de </a:t>
            </a:r>
            <a:r>
              <a:rPr lang="ca-ES" altLang="ca-ES" sz="1600" dirty="0" err="1">
                <a:solidFill>
                  <a:srgbClr val="404040"/>
                </a:solidFill>
                <a:latin typeface="Verdana" panose="020B0604030504040204" pitchFamily="34" charset="0"/>
              </a:rPr>
              <a:t>ProdManager</a:t>
            </a:r>
            <a:r>
              <a:rPr lang="ca-ES" altLang="ca-ES" sz="1600" dirty="0">
                <a:solidFill>
                  <a:srgbClr val="404040"/>
                </a:solidFill>
                <a:latin typeface="Verdana" panose="020B0604030504040204" pitchFamily="34" charset="0"/>
              </a:rPr>
              <a:t>.</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Molts clients estan habituats a manipulació de dades. Caldrà educar aquests clients amb l’abandonament d’aquestes operatives, adduint no una limitació tècnica </a:t>
            </a:r>
            <a:r>
              <a:rPr lang="ca-ES" altLang="ca-ES" sz="1600" dirty="0" err="1">
                <a:solidFill>
                  <a:srgbClr val="404040"/>
                </a:solidFill>
                <a:latin typeface="Verdana" panose="020B0604030504040204" pitchFamily="34" charset="0"/>
              </a:rPr>
              <a:t>d’Odoo</a:t>
            </a:r>
            <a:r>
              <a:rPr lang="ca-ES" altLang="ca-ES" sz="1600" dirty="0">
                <a:solidFill>
                  <a:srgbClr val="404040"/>
                </a:solidFill>
                <a:latin typeface="Verdana" panose="020B0604030504040204" pitchFamily="34" charset="0"/>
              </a:rPr>
              <a:t> sinó a la Llei Antifrau.</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r>
              <a:rPr lang="ca-ES" altLang="ca-ES" sz="1600" dirty="0">
                <a:solidFill>
                  <a:srgbClr val="404040"/>
                </a:solidFill>
                <a:latin typeface="Verdana" panose="020B0604030504040204" pitchFamily="34" charset="0"/>
              </a:rPr>
              <a:t>En </a:t>
            </a:r>
            <a:r>
              <a:rPr lang="ca-ES" altLang="ca-ES" sz="1600" dirty="0" err="1">
                <a:solidFill>
                  <a:srgbClr val="404040"/>
                </a:solidFill>
                <a:latin typeface="Verdana" panose="020B0604030504040204" pitchFamily="34" charset="0"/>
              </a:rPr>
              <a:t>Odoo</a:t>
            </a:r>
            <a:r>
              <a:rPr lang="ca-ES" altLang="ca-ES" sz="1600" dirty="0">
                <a:solidFill>
                  <a:srgbClr val="404040"/>
                </a:solidFill>
                <a:latin typeface="Verdana" panose="020B0604030504040204" pitchFamily="34" charset="0"/>
              </a:rPr>
              <a:t> el tractament dels albarans és especialment diferent al que els clients estan acostumats. Caldrà explicar-ho bé ja des del moment de la presentació de l’oferta. No serà possible implementar l’operativa actual d'imprimir un albarà per a ser facturat posteriorment, amb especial rellevància per al TPV.</a:t>
            </a: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16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800100" lvl="1"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marL="342900" indent="-342900" algn="just">
              <a:buClr>
                <a:srgbClr val="C00000"/>
              </a:buClr>
              <a:buFont typeface="Arial" panose="020B0604020202020204" pitchFamily="34" charset="0"/>
              <a:buChar char="•"/>
            </a:pPr>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a:p>
            <a:pPr algn="just"/>
            <a:endParaRPr lang="ca-ES" altLang="ca-ES" sz="2000" dirty="0">
              <a:solidFill>
                <a:srgbClr val="404040"/>
              </a:solidFill>
              <a:latin typeface="Verdana" panose="020B0604030504040204" pitchFamily="34" charset="0"/>
            </a:endParaRPr>
          </a:p>
        </p:txBody>
      </p:sp>
      <p:sp>
        <p:nvSpPr>
          <p:cNvPr id="3" name="object 8">
            <a:extLst>
              <a:ext uri="{FF2B5EF4-FFF2-40B4-BE49-F238E27FC236}">
                <a16:creationId xmlns:a16="http://schemas.microsoft.com/office/drawing/2014/main" id="{7C65C8AD-D00D-010D-C555-3E7DF08E087C}"/>
              </a:ext>
            </a:extLst>
          </p:cNvPr>
          <p:cNvSpPr/>
          <p:nvPr/>
        </p:nvSpPr>
        <p:spPr>
          <a:xfrm>
            <a:off x="9497924" y="734060"/>
            <a:ext cx="180340" cy="180340"/>
          </a:xfrm>
          <a:custGeom>
            <a:avLst/>
            <a:gdLst/>
            <a:ahLst/>
            <a:cxnLst/>
            <a:rect l="l" t="t" r="r" b="b"/>
            <a:pathLst>
              <a:path w="180339" h="180339">
                <a:moveTo>
                  <a:pt x="179997" y="0"/>
                </a:moveTo>
                <a:lnTo>
                  <a:pt x="0" y="0"/>
                </a:lnTo>
                <a:lnTo>
                  <a:pt x="0" y="179997"/>
                </a:lnTo>
                <a:lnTo>
                  <a:pt x="179997" y="179997"/>
                </a:lnTo>
                <a:lnTo>
                  <a:pt x="179997"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9">
            <a:extLst>
              <a:ext uri="{FF2B5EF4-FFF2-40B4-BE49-F238E27FC236}">
                <a16:creationId xmlns:a16="http://schemas.microsoft.com/office/drawing/2014/main" id="{EFAAEA97-6BE4-D276-5DA7-AA1B5AF9C4D1}"/>
              </a:ext>
            </a:extLst>
          </p:cNvPr>
          <p:cNvSpPr/>
          <p:nvPr/>
        </p:nvSpPr>
        <p:spPr>
          <a:xfrm>
            <a:off x="9782175" y="734060"/>
            <a:ext cx="1800225" cy="180340"/>
          </a:xfrm>
          <a:custGeom>
            <a:avLst/>
            <a:gdLst/>
            <a:ahLst/>
            <a:cxnLst/>
            <a:rect l="l" t="t" r="r" b="b"/>
            <a:pathLst>
              <a:path w="1800225" h="180339">
                <a:moveTo>
                  <a:pt x="1799996" y="0"/>
                </a:moveTo>
                <a:lnTo>
                  <a:pt x="0" y="0"/>
                </a:lnTo>
                <a:lnTo>
                  <a:pt x="0" y="179997"/>
                </a:lnTo>
                <a:lnTo>
                  <a:pt x="1799996" y="179997"/>
                </a:lnTo>
                <a:lnTo>
                  <a:pt x="1799996" y="0"/>
                </a:lnTo>
                <a:close/>
              </a:path>
            </a:pathLst>
          </a:custGeom>
          <a:solidFill>
            <a:srgbClr val="E327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ítulo 1">
            <a:extLst>
              <a:ext uri="{FF2B5EF4-FFF2-40B4-BE49-F238E27FC236}">
                <a16:creationId xmlns:a16="http://schemas.microsoft.com/office/drawing/2014/main" id="{C62A0D68-9F3C-6A1D-58E8-70259E0A3F07}"/>
              </a:ext>
            </a:extLst>
          </p:cNvPr>
          <p:cNvSpPr txBox="1">
            <a:spLocks noChangeArrowheads="1"/>
          </p:cNvSpPr>
          <p:nvPr/>
        </p:nvSpPr>
        <p:spPr>
          <a:xfrm>
            <a:off x="2257424" y="609600"/>
            <a:ext cx="6950185" cy="1035050"/>
          </a:xfrm>
          <a:prstGeom prst="rect">
            <a:avLst/>
          </a:prstGeom>
        </p:spPr>
        <p:txBody>
          <a:bodyPr>
            <a:normAutofit/>
          </a:bodyPr>
          <a:lstStyle>
            <a:lvl1pPr>
              <a:defRPr>
                <a:latin typeface="+mj-lt"/>
                <a:ea typeface="+mj-ea"/>
                <a:cs typeface="+mj-cs"/>
              </a:defRPr>
            </a:lvl1pPr>
          </a:lstStyle>
          <a:p>
            <a:pPr algn="l" defTabSz="914400" eaLnBrk="1" fontAlgn="auto" hangingPunct="1">
              <a:spcBef>
                <a:spcPts val="0"/>
              </a:spcBef>
              <a:spcAft>
                <a:spcPts val="0"/>
              </a:spcAft>
            </a:pPr>
            <a:r>
              <a:rPr lang="ca-ES" altLang="es-ES" sz="2800" b="1" kern="0" spc="-2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Personalitzacions de </a:t>
            </a:r>
            <a:r>
              <a:rPr lang="ca-ES" altLang="es-ES" sz="2800" b="1" kern="0" spc="-20" dirty="0">
                <a:solidFill>
                  <a:srgbClr val="C00000"/>
                </a:solidFill>
                <a:latin typeface="Open Sans" panose="020B0606030504020204" pitchFamily="34" charset="0"/>
                <a:ea typeface="Open Sans" panose="020B0606030504020204" pitchFamily="34" charset="0"/>
                <a:cs typeface="Open Sans" panose="020B0606030504020204" pitchFamily="34" charset="0"/>
              </a:rPr>
              <a:t>clients</a:t>
            </a:r>
            <a:endParaRPr lang="ca-ES" altLang="es-ES" sz="2800" b="1" kern="12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object 5">
            <a:extLst>
              <a:ext uri="{FF2B5EF4-FFF2-40B4-BE49-F238E27FC236}">
                <a16:creationId xmlns:a16="http://schemas.microsoft.com/office/drawing/2014/main" id="{3A4231D1-6182-B2D4-A232-607CE1277D92}"/>
              </a:ext>
            </a:extLst>
          </p:cNvPr>
          <p:cNvSpPr/>
          <p:nvPr/>
        </p:nvSpPr>
        <p:spPr>
          <a:xfrm>
            <a:off x="509609" y="533400"/>
            <a:ext cx="1593215" cy="1079973"/>
          </a:xfrm>
          <a:custGeom>
            <a:avLst/>
            <a:gdLst/>
            <a:ahLst/>
            <a:cxnLst/>
            <a:rect l="l" t="t" r="r" b="b"/>
            <a:pathLst>
              <a:path w="1593214" h="1128395">
                <a:moveTo>
                  <a:pt x="1592592" y="0"/>
                </a:moveTo>
                <a:lnTo>
                  <a:pt x="0" y="0"/>
                </a:lnTo>
                <a:lnTo>
                  <a:pt x="0" y="1128001"/>
                </a:lnTo>
                <a:lnTo>
                  <a:pt x="1592592" y="1128001"/>
                </a:lnTo>
                <a:lnTo>
                  <a:pt x="1592592"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CuadroTexto 11">
            <a:extLst>
              <a:ext uri="{FF2B5EF4-FFF2-40B4-BE49-F238E27FC236}">
                <a16:creationId xmlns:a16="http://schemas.microsoft.com/office/drawing/2014/main" id="{B18D1307-432C-2415-AF53-AD50545C72F5}"/>
              </a:ext>
            </a:extLst>
          </p:cNvPr>
          <p:cNvSpPr txBox="1"/>
          <p:nvPr/>
        </p:nvSpPr>
        <p:spPr>
          <a:xfrm>
            <a:off x="380999" y="954426"/>
            <a:ext cx="1752219" cy="502702"/>
          </a:xfrm>
          <a:prstGeom prst="rect">
            <a:avLst/>
          </a:prstGeom>
          <a:noFill/>
        </p:spPr>
        <p:txBody>
          <a:bodyPr wrap="square" rtlCol="0">
            <a:spAutoFit/>
          </a:bodyPr>
          <a:lstStyle/>
          <a:p>
            <a:pPr marL="191135" marR="0" lvl="0" indent="0" algn="l" defTabSz="914400" rtl="0" eaLnBrk="1" fontAlgn="auto" latinLnBrk="0" hangingPunct="1">
              <a:lnSpc>
                <a:spcPts val="1639"/>
              </a:lnSpc>
              <a:spcBef>
                <a:spcPts val="434"/>
              </a:spcBef>
              <a:spcAft>
                <a:spcPts val="0"/>
              </a:spcAft>
              <a:buClrTx/>
              <a:buSzTx/>
              <a:buFontTx/>
              <a:buNone/>
              <a:tabLst/>
              <a:defRPr/>
            </a:pPr>
            <a:r>
              <a:rPr kumimoji="0" lang="ca-ES" sz="1400" b="0" i="0" u="none" strike="noStrike" kern="1200" cap="none" spc="-10" normalizeH="0" baseline="0" dirty="0">
                <a:ln>
                  <a:noFill/>
                </a:ln>
                <a:effectLst/>
                <a:uLnTx/>
                <a:uFillTx/>
                <a:latin typeface="Open Sans" panose="020B0606030504020204" pitchFamily="34" charset="0"/>
                <a:ea typeface="Open Sans" panose="020B0606030504020204" pitchFamily="34" charset="0"/>
                <a:cs typeface="Open Sans" panose="020B0606030504020204" pitchFamily="34" charset="0"/>
              </a:rPr>
              <a:t>Altres consideracions</a:t>
            </a:r>
          </a:p>
        </p:txBody>
      </p:sp>
      <p:sp>
        <p:nvSpPr>
          <p:cNvPr id="13" name="CuadroTexto 12">
            <a:extLst>
              <a:ext uri="{FF2B5EF4-FFF2-40B4-BE49-F238E27FC236}">
                <a16:creationId xmlns:a16="http://schemas.microsoft.com/office/drawing/2014/main" id="{92EAE0D4-2506-3E27-7062-7F57CE4C9CDC}"/>
              </a:ext>
            </a:extLst>
          </p:cNvPr>
          <p:cNvSpPr txBox="1"/>
          <p:nvPr/>
        </p:nvSpPr>
        <p:spPr>
          <a:xfrm>
            <a:off x="549266" y="545997"/>
            <a:ext cx="9144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rPr>
              <a:t>07</a:t>
            </a:r>
            <a:endParaRPr kumimoji="0" lang="es-ES" sz="2400" b="0" i="0" u="none" strike="noStrike" kern="1200" cap="none" spc="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30534710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9" descr="Antea new member of - petit">
            <a:extLst>
              <a:ext uri="{FF2B5EF4-FFF2-40B4-BE49-F238E27FC236}">
                <a16:creationId xmlns:a16="http://schemas.microsoft.com/office/drawing/2014/main" id="{9BCC910B-B913-4831-8C3B-09944260E68F}"/>
              </a:ext>
            </a:extLst>
          </p:cNvPr>
          <p:cNvPicPr>
            <a:picLocks noChangeAspect="1" noChangeArrowheads="1"/>
          </p:cNvPicPr>
          <p:nvPr/>
        </p:nvPicPr>
        <p:blipFill>
          <a:blip r:embed="rId2" cstate="print"/>
          <a:srcRect/>
          <a:stretch>
            <a:fillRect/>
          </a:stretch>
        </p:blipFill>
        <p:spPr bwMode="auto">
          <a:xfrm>
            <a:off x="5620633" y="4222756"/>
            <a:ext cx="908050" cy="738188"/>
          </a:xfrm>
          <a:prstGeom prst="rect">
            <a:avLst/>
          </a:prstGeom>
          <a:noFill/>
          <a:ln w="9525">
            <a:noFill/>
            <a:miter lim="800000"/>
            <a:headEnd/>
            <a:tailEnd/>
          </a:ln>
        </p:spPr>
      </p:pic>
      <p:sp>
        <p:nvSpPr>
          <p:cNvPr id="7" name="1 CuadroTexto"/>
          <p:cNvSpPr txBox="1">
            <a:spLocks noChangeArrowheads="1"/>
          </p:cNvSpPr>
          <p:nvPr/>
        </p:nvSpPr>
        <p:spPr bwMode="auto">
          <a:xfrm>
            <a:off x="3117281" y="2072405"/>
            <a:ext cx="5905500" cy="3231654"/>
          </a:xfrm>
          <a:prstGeom prst="rect">
            <a:avLst/>
          </a:prstGeom>
          <a:noFill/>
          <a:ln w="9525">
            <a:noFill/>
            <a:miter lim="800000"/>
            <a:headEnd/>
            <a:tailEnd/>
          </a:ln>
        </p:spPr>
        <p:txBody>
          <a:bodyPr>
            <a:spAutoFit/>
          </a:bodyPr>
          <a:lstStyle/>
          <a:p>
            <a:pPr algn="ctr" eaLnBrk="1" hangingPunct="1">
              <a:lnSpc>
                <a:spcPct val="120000"/>
              </a:lnSpc>
            </a:pPr>
            <a:r>
              <a:rPr lang="ca-ES" altLang="es-ES" sz="1000" b="1" dirty="0">
                <a:solidFill>
                  <a:srgbClr val="404040"/>
                </a:solidFill>
                <a:latin typeface="Open Sans"/>
                <a:ea typeface="Helvetica Neue"/>
                <a:cs typeface="Helvetica Neue"/>
              </a:rPr>
              <a:t>AUREN ESPANYA</a:t>
            </a:r>
          </a:p>
          <a:p>
            <a:pPr algn="ctr" eaLnBrk="1" hangingPunct="1">
              <a:lnSpc>
                <a:spcPct val="120000"/>
              </a:lnSpc>
            </a:pPr>
            <a:r>
              <a:rPr lang="ca-ES" altLang="es-ES" sz="1000" dirty="0">
                <a:solidFill>
                  <a:srgbClr val="404040"/>
                </a:solidFill>
                <a:latin typeface="Open Sans"/>
                <a:ea typeface="Helvetica Neue"/>
                <a:cs typeface="Helvetica Neue"/>
              </a:rPr>
              <a:t>www.auren.es</a:t>
            </a:r>
          </a:p>
          <a:p>
            <a:pPr algn="ctr" eaLnBrk="1" hangingPunct="1">
              <a:lnSpc>
                <a:spcPct val="120000"/>
              </a:lnSpc>
            </a:pPr>
            <a:r>
              <a:rPr lang="ca-ES" altLang="es-ES" sz="1000" dirty="0">
                <a:solidFill>
                  <a:srgbClr val="404040"/>
                </a:solidFill>
                <a:latin typeface="Open Sans"/>
                <a:ea typeface="Helvetica Neue"/>
                <a:cs typeface="Helvetica Neue"/>
              </a:rPr>
              <a:t>A Coruña - Alacant - Barcelona - Bilbao - Cartagena - Las Palmas de Gran Canaria - Madrid - Màlaga - Múrcia - Palma - Saragossa  -Sevilla - València  Valladolid - Vigo</a:t>
            </a:r>
          </a:p>
          <a:p>
            <a:pPr algn="ctr" eaLnBrk="1" hangingPunct="1">
              <a:lnSpc>
                <a:spcPct val="120000"/>
              </a:lnSpc>
            </a:pPr>
            <a:endParaRPr lang="ca-ES" altLang="es-ES" sz="1000" dirty="0">
              <a:solidFill>
                <a:srgbClr val="404040"/>
              </a:solidFill>
              <a:latin typeface="Open Sans"/>
              <a:ea typeface="Helvetica Neue"/>
              <a:cs typeface="Helvetica Neue"/>
            </a:endParaRPr>
          </a:p>
          <a:p>
            <a:pPr algn="ctr" eaLnBrk="1" hangingPunct="1">
              <a:lnSpc>
                <a:spcPct val="120000"/>
              </a:lnSpc>
            </a:pPr>
            <a:r>
              <a:rPr lang="ca-ES" altLang="es-ES" sz="1000" b="1" dirty="0">
                <a:solidFill>
                  <a:srgbClr val="404040"/>
                </a:solidFill>
                <a:latin typeface="Open Sans"/>
                <a:ea typeface="Helvetica Neue"/>
                <a:cs typeface="Helvetica Neue"/>
              </a:rPr>
              <a:t>AUREN INTERNACIONAL</a:t>
            </a:r>
          </a:p>
          <a:p>
            <a:pPr algn="ctr" eaLnBrk="1" hangingPunct="1">
              <a:lnSpc>
                <a:spcPct val="120000"/>
              </a:lnSpc>
            </a:pPr>
            <a:r>
              <a:rPr lang="ca-ES" altLang="es-ES" sz="1000" dirty="0">
                <a:solidFill>
                  <a:srgbClr val="404040"/>
                </a:solidFill>
                <a:latin typeface="Open Sans"/>
                <a:ea typeface="Helvetica Neue"/>
                <a:cs typeface="Helvetica Neue"/>
              </a:rPr>
              <a:t>www.auren.com </a:t>
            </a:r>
          </a:p>
          <a:p>
            <a:pPr algn="ctr" eaLnBrk="1" hangingPunct="1">
              <a:lnSpc>
                <a:spcPct val="120000"/>
              </a:lnSpc>
            </a:pPr>
            <a:r>
              <a:rPr lang="ca-ES" altLang="es-ES" sz="1000" dirty="0">
                <a:solidFill>
                  <a:srgbClr val="404040"/>
                </a:solidFill>
                <a:latin typeface="Open Sans"/>
                <a:ea typeface="Helvetica Neue"/>
                <a:cs typeface="Helvetica Neue"/>
              </a:rPr>
              <a:t>Alemanya - Argentina - Xile - Colòmbia - Israel - Luxemburg – Països Baixos</a:t>
            </a:r>
          </a:p>
          <a:p>
            <a:pPr algn="ctr" eaLnBrk="1" hangingPunct="1">
              <a:lnSpc>
                <a:spcPct val="120000"/>
              </a:lnSpc>
            </a:pPr>
            <a:r>
              <a:rPr lang="ca-ES" altLang="es-ES" sz="1000" dirty="0">
                <a:solidFill>
                  <a:srgbClr val="404040"/>
                </a:solidFill>
                <a:latin typeface="Open Sans"/>
                <a:ea typeface="Helvetica Neue"/>
                <a:cs typeface="Helvetica Neue"/>
              </a:rPr>
              <a:t>Mèxic - Portugal - Uruguai</a:t>
            </a:r>
          </a:p>
          <a:p>
            <a:pPr algn="ctr" eaLnBrk="1" hangingPunct="1">
              <a:lnSpc>
                <a:spcPct val="120000"/>
              </a:lnSpc>
              <a:buFont typeface="Arial" pitchFamily="34" charset="0"/>
              <a:buNone/>
            </a:pPr>
            <a:endParaRPr lang="ca-ES" altLang="es-ES" sz="1000" dirty="0">
              <a:solidFill>
                <a:srgbClr val="404040"/>
              </a:solidFill>
              <a:latin typeface="Open Sans"/>
              <a:ea typeface="Helvetica Neue"/>
              <a:cs typeface="Helvetica Neue"/>
            </a:endParaRPr>
          </a:p>
          <a:p>
            <a:pPr algn="ctr" eaLnBrk="1" hangingPunct="1">
              <a:lnSpc>
                <a:spcPct val="120000"/>
              </a:lnSpc>
            </a:pPr>
            <a:r>
              <a:rPr lang="ca-ES" altLang="es-ES" sz="1000" b="1" dirty="0">
                <a:solidFill>
                  <a:srgbClr val="404040"/>
                </a:solidFill>
                <a:latin typeface="Open Sans"/>
                <a:ea typeface="Helvetica Neue"/>
                <a:cs typeface="Helvetica Neue"/>
              </a:rPr>
              <a:t>PRESÈNCIA A ALTRES LLOCS DEL MON:</a:t>
            </a:r>
          </a:p>
          <a:p>
            <a:pPr algn="ctr" eaLnBrk="1" hangingPunct="1"/>
            <a:endParaRPr lang="ca-ES" altLang="es-ES" sz="1000" dirty="0">
              <a:solidFill>
                <a:srgbClr val="404040"/>
              </a:solidFill>
              <a:latin typeface="Open Sans"/>
              <a:ea typeface="Helvetica Neue"/>
              <a:cs typeface="Helvetica Neue"/>
            </a:endParaRPr>
          </a:p>
          <a:p>
            <a:pPr algn="ctr" eaLnBrk="1" hangingPunct="1"/>
            <a:endParaRPr lang="ca-ES" altLang="es-ES" sz="1000" dirty="0">
              <a:solidFill>
                <a:srgbClr val="404040"/>
              </a:solidFill>
              <a:latin typeface="Open Sans"/>
              <a:ea typeface="Helvetica Neue"/>
              <a:cs typeface="Helvetica Neue"/>
            </a:endParaRPr>
          </a:p>
          <a:p>
            <a:pPr algn="ctr" eaLnBrk="1" hangingPunct="1"/>
            <a:endParaRPr lang="ca-ES" altLang="es-ES" sz="1000" dirty="0">
              <a:solidFill>
                <a:srgbClr val="404040"/>
              </a:solidFill>
              <a:latin typeface="Open Sans"/>
              <a:ea typeface="Helvetica Neue"/>
              <a:cs typeface="Helvetica Neue"/>
            </a:endParaRPr>
          </a:p>
          <a:p>
            <a:pPr algn="ctr" eaLnBrk="1" hangingPunct="1"/>
            <a:endParaRPr lang="ca-ES" altLang="es-ES" sz="1000" dirty="0">
              <a:solidFill>
                <a:srgbClr val="404040"/>
              </a:solidFill>
              <a:latin typeface="Open Sans"/>
              <a:ea typeface="Helvetica Neue"/>
              <a:cs typeface="Helvetica Neue"/>
            </a:endParaRPr>
          </a:p>
          <a:p>
            <a:pPr algn="ctr" eaLnBrk="1" hangingPunct="1"/>
            <a:endParaRPr lang="ca-ES" altLang="es-ES" sz="1200" dirty="0">
              <a:solidFill>
                <a:srgbClr val="404040"/>
              </a:solidFill>
              <a:latin typeface="Open Sans"/>
              <a:ea typeface="Helvetica Neue"/>
              <a:cs typeface="Helvetica Neue"/>
            </a:endParaRPr>
          </a:p>
          <a:p>
            <a:pPr algn="ctr" eaLnBrk="1" hangingPunct="1"/>
            <a:endParaRPr lang="ca-ES" altLang="es-ES" sz="1000" dirty="0">
              <a:solidFill>
                <a:srgbClr val="404040"/>
              </a:solidFill>
              <a:latin typeface="Open Sans"/>
              <a:ea typeface="Helvetica Neue"/>
              <a:cs typeface="Helvetica Neue"/>
            </a:endParaRPr>
          </a:p>
          <a:p>
            <a:pPr algn="ctr" eaLnBrk="1" hangingPunct="1"/>
            <a:r>
              <a:rPr lang="ca-ES" altLang="es-ES" sz="1000" dirty="0">
                <a:solidFill>
                  <a:srgbClr val="404040"/>
                </a:solidFill>
                <a:latin typeface="Open Sans"/>
                <a:ea typeface="Helvetica Neue"/>
                <a:cs typeface="Helvetica Neue"/>
              </a:rPr>
              <a:t>www.antea-int.com</a:t>
            </a:r>
          </a:p>
        </p:txBody>
      </p:sp>
      <p:grpSp>
        <p:nvGrpSpPr>
          <p:cNvPr id="4" name="3 Grupo">
            <a:extLst>
              <a:ext uri="{FF2B5EF4-FFF2-40B4-BE49-F238E27FC236}">
                <a16:creationId xmlns:a16="http://schemas.microsoft.com/office/drawing/2014/main" id="{6B3FDFBD-453A-49D4-B22B-B36B796CC965}"/>
              </a:ext>
            </a:extLst>
          </p:cNvPr>
          <p:cNvGrpSpPr/>
          <p:nvPr/>
        </p:nvGrpSpPr>
        <p:grpSpPr>
          <a:xfrm>
            <a:off x="5861050" y="6252369"/>
            <a:ext cx="469900" cy="182562"/>
            <a:chOff x="4173538" y="5589588"/>
            <a:chExt cx="469900" cy="182562"/>
          </a:xfrm>
        </p:grpSpPr>
        <p:pic>
          <p:nvPicPr>
            <p:cNvPr id="6" name="5 Imagen">
              <a:extLst>
                <a:ext uri="{FF2B5EF4-FFF2-40B4-BE49-F238E27FC236}">
                  <a16:creationId xmlns:a16="http://schemas.microsoft.com/office/drawing/2014/main" id="{18E4596D-4572-4B7F-9FFB-A46EEEA1EC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3538" y="5589588"/>
              <a:ext cx="1825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7 Imagen">
              <a:extLst>
                <a:ext uri="{FF2B5EF4-FFF2-40B4-BE49-F238E27FC236}">
                  <a16:creationId xmlns:a16="http://schemas.microsoft.com/office/drawing/2014/main" id="{23025BBC-8626-4079-AB2F-F1716C2D37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0875" y="5589588"/>
              <a:ext cx="1825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Título 8">
            <a:extLst>
              <a:ext uri="{FF2B5EF4-FFF2-40B4-BE49-F238E27FC236}">
                <a16:creationId xmlns:a16="http://schemas.microsoft.com/office/drawing/2014/main" id="{5A91FB27-B2D4-4755-A716-98204949A9C8}"/>
              </a:ext>
            </a:extLst>
          </p:cNvPr>
          <p:cNvSpPr>
            <a:spLocks noGrp="1"/>
          </p:cNvSpPr>
          <p:nvPr>
            <p:ph type="title"/>
          </p:nvPr>
        </p:nvSpPr>
        <p:spPr>
          <a:xfrm>
            <a:off x="2377440" y="272830"/>
            <a:ext cx="7251590" cy="1281111"/>
          </a:xfrm>
        </p:spPr>
        <p:txBody>
          <a:bodyPr/>
          <a:lstStyle/>
          <a:p>
            <a:pPr algn="ctr"/>
            <a:r>
              <a:rPr lang="ca-ES" sz="3200" b="1" dirty="0"/>
              <a:t>Gràcies per la vostra atenció</a:t>
            </a:r>
            <a:br>
              <a:rPr lang="ca-ES" sz="3200" dirty="0"/>
            </a:br>
            <a:endParaRPr lang="ca-ES" sz="2000" dirty="0"/>
          </a:p>
        </p:txBody>
      </p:sp>
    </p:spTree>
    <p:extLst>
      <p:ext uri="{BB962C8B-B14F-4D97-AF65-F5344CB8AC3E}">
        <p14:creationId xmlns:p14="http://schemas.microsoft.com/office/powerpoint/2010/main" val="764411413"/>
      </p:ext>
    </p:extLst>
  </p:cSld>
  <p:clrMapOvr>
    <a:masterClrMapping/>
  </p:clrMapOvr>
  <p:transition spd="slow"/>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Compatibility Mode]" id="{D0A39D0C-83B4-4AEB-9491-31A47E554951}" vid="{D61B8470-DF36-4253-9CF3-75C861682DD5}"/>
    </a:ext>
  </a:extLst>
</a:theme>
</file>

<file path=ppt/theme/theme2.xml><?xml version="1.0" encoding="utf-8"?>
<a:theme xmlns:a="http://schemas.openxmlformats.org/drawingml/2006/main" name="3_Tema de Office">
  <a:themeElements>
    <a:clrScheme name="Personalizado 15">
      <a:dk1>
        <a:srgbClr val="0C0C0C"/>
      </a:dk1>
      <a:lt1>
        <a:srgbClr val="FFFFFF"/>
      </a:lt1>
      <a:dk2>
        <a:srgbClr val="262729"/>
      </a:dk2>
      <a:lt2>
        <a:srgbClr val="DBDCDD"/>
      </a:lt2>
      <a:accent1>
        <a:srgbClr val="56595E"/>
      </a:accent1>
      <a:accent2>
        <a:srgbClr val="E2231A"/>
      </a:accent2>
      <a:accent3>
        <a:srgbClr val="DBDCDD"/>
      </a:accent3>
      <a:accent4>
        <a:srgbClr val="AAACB0"/>
      </a:accent4>
      <a:accent5>
        <a:srgbClr val="FAC395"/>
      </a:accent5>
      <a:accent6>
        <a:srgbClr val="262729"/>
      </a:accent6>
      <a:hlink>
        <a:srgbClr val="DBDCDD"/>
      </a:hlink>
      <a:folHlink>
        <a:srgbClr val="E2231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ción11" id="{07743CE7-081B-48BE-A8C4-645ED68003DA}" vid="{86DAA3CF-DF43-410A-8D28-87087DAF49E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Template_plantilla 16x9 (1)</Template>
  <TotalTime>26604</TotalTime>
  <Words>7831</Words>
  <Application>Microsoft Office PowerPoint</Application>
  <PresentationFormat>Panorámica</PresentationFormat>
  <Paragraphs>1246</Paragraphs>
  <Slides>65</Slides>
  <Notes>0</Notes>
  <HiddenSlides>0</HiddenSlides>
  <MMClips>0</MMClips>
  <ScaleCrop>false</ScaleCrop>
  <HeadingPairs>
    <vt:vector size="6" baseType="variant">
      <vt:variant>
        <vt:lpstr>Fuentes usadas</vt:lpstr>
      </vt:variant>
      <vt:variant>
        <vt:i4>6</vt:i4>
      </vt:variant>
      <vt:variant>
        <vt:lpstr>Tema</vt:lpstr>
      </vt:variant>
      <vt:variant>
        <vt:i4>6</vt:i4>
      </vt:variant>
      <vt:variant>
        <vt:lpstr>Títulos de diapositiva</vt:lpstr>
      </vt:variant>
      <vt:variant>
        <vt:i4>65</vt:i4>
      </vt:variant>
    </vt:vector>
  </HeadingPairs>
  <TitlesOfParts>
    <vt:vector size="77" baseType="lpstr">
      <vt:lpstr>Arial</vt:lpstr>
      <vt:lpstr>Calibri</vt:lpstr>
      <vt:lpstr>Open Sans</vt:lpstr>
      <vt:lpstr>Verdana</vt:lpstr>
      <vt:lpstr>Wingdings</vt:lpstr>
      <vt:lpstr>Wingdings 2</vt:lpstr>
      <vt:lpstr>Tema de Office</vt:lpstr>
      <vt:lpstr>3_Tema de Office</vt:lpstr>
      <vt:lpstr>Office Theme</vt:lpstr>
      <vt:lpstr>3_Office Theme</vt:lpstr>
      <vt:lpstr>2_Office Theme</vt:lpstr>
      <vt:lpstr>1_Office Theme</vt:lpstr>
      <vt:lpstr>Presentación de PowerPoint</vt:lpstr>
      <vt:lpstr>CONTINGUT</vt:lpstr>
      <vt:lpstr>Presentación de PowerPoint</vt:lpstr>
      <vt:lpstr>Antecedents del projecte</vt:lpstr>
      <vt:lpstr>Perquè Odoo</vt:lpstr>
      <vt:lpstr>Pla de projectes i prioritats</vt:lpstr>
      <vt:lpstr>Full de ruta</vt:lpstr>
      <vt:lpstr>Presentación de PowerPoint</vt:lpstr>
      <vt:lpstr>Càrrega de dades inicials</vt:lpstr>
      <vt:lpstr>Informes i consultes</vt:lpstr>
      <vt:lpstr>Presentación de PowerPoint</vt:lpstr>
      <vt:lpstr>Presentación de PowerPoint</vt:lpstr>
      <vt:lpstr>Presentación de PowerPoint</vt:lpstr>
      <vt:lpstr>Presentación de PowerPoint</vt:lpstr>
      <vt:lpstr>Consideracions genèriques</vt:lpstr>
      <vt:lpstr>Metodologia de la càrrega inicial</vt:lpstr>
      <vt:lpstr>Dades auxiliars per a la càrrega inicial</vt:lpstr>
      <vt:lpstr>Dades auxiliars incloses: Clients i proveïdors</vt:lpstr>
      <vt:lpstr>Dades auxiliars NO incloses: Clients i proveïdors</vt:lpstr>
      <vt:lpstr>Dades auxiliars incloses: Articles</vt:lpstr>
      <vt:lpstr>Dades auxiliars NO incloses: Articles</vt:lpstr>
      <vt:lpstr>A tenir en compte per la càrrega inicial Pla comptable</vt:lpstr>
      <vt:lpstr>A tenir en compte per la càrrega inicial: Dades auxiliars comptables</vt:lpstr>
      <vt:lpstr>A tenir en compte per la càrrega inicial: Saldo inicial, assentament d’apertura</vt:lpstr>
      <vt:lpstr>A tenir en compte per la càrrega inicial: Partides vives</vt:lpstr>
      <vt:lpstr>A tenir en compte per la càrrega inicial: Estoc inicial</vt:lpstr>
      <vt:lpstr>A tenir en compte per la càrrega inicial: Línies pendents de rebre en comandes</vt:lpstr>
      <vt:lpstr>A tenir en compte per la càrrega inicial: Informació no traspassada</vt:lpstr>
      <vt:lpstr>Presentación de PowerPoint</vt:lpstr>
      <vt:lpstr>Formats de documents</vt:lpstr>
      <vt:lpstr>Formats de documents</vt:lpstr>
      <vt:lpstr>Impressió de documents</vt:lpstr>
      <vt:lpstr>Impressió de documents</vt:lpstr>
      <vt:lpstr>Consideracions sobre informes</vt:lpstr>
      <vt:lpstr>Consideracions finals sobre informes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Gràcies per la vostra atenció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Laia Segarra Gobern</dc:creator>
  <cp:lastModifiedBy>Roger Masias Font</cp:lastModifiedBy>
  <cp:revision>234</cp:revision>
  <dcterms:created xsi:type="dcterms:W3CDTF">2021-01-13T10:51:24Z</dcterms:created>
  <dcterms:modified xsi:type="dcterms:W3CDTF">2024-01-22T13:51:08Z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eSynDocOpportunityDesc">
    <vt:lpwstr>
    </vt:lpwstr>
  </property>
  <property fmtid="{D5CDD505-2E9C-101B-9397-08002B2CF9AE}" pid="3" name="eSynDocOpportunityID">
    <vt:lpwstr>
    </vt:lpwstr>
  </property>
  <property fmtid="{D5CDD505-2E9C-101B-9397-08002B2CF9AE}" pid="4" name="eSynDocAttachmentID">
    <vt:lpwstr>{5ee6ed2b-bb76-44be-80fd-0e2191077a4e}</vt:lpwstr>
  </property>
  <property fmtid="{D5CDD505-2E9C-101B-9397-08002B2CF9AE}" pid="5" name="eSynDocContactDesc">
    <vt:lpwstr>
    </vt:lpwstr>
  </property>
  <property fmtid="{D5CDD505-2E9C-101B-9397-08002B2CF9AE}" pid="6" name="eSynDocAccountDesc">
    <vt:lpwstr>AUREN SERVEIS PROFESSIONALS BCN, S.L.</vt:lpwstr>
  </property>
  <property fmtid="{D5CDD505-2E9C-101B-9397-08002B2CF9AE}" pid="7" name="eSynDocProjectDesc">
    <vt:lpwstr>Presentacions Corporatives AUREN Bcn</vt:lpwstr>
  </property>
  <property fmtid="{D5CDD505-2E9C-101B-9397-08002B2CF9AE}" pid="8" name="eSynDocTransactionDesc">
    <vt:lpwstr>
    </vt:lpwstr>
  </property>
  <property fmtid="{D5CDD505-2E9C-101B-9397-08002B2CF9AE}" pid="9" name="eSynDocSerialDesc">
    <vt:lpwstr>
    </vt:lpwstr>
  </property>
  <property fmtid="{D5CDD505-2E9C-101B-9397-08002B2CF9AE}" pid="10" name="eSynDocItemDesc">
    <vt:lpwstr>
    </vt:lpwstr>
  </property>
  <property fmtid="{D5CDD505-2E9C-101B-9397-08002B2CF9AE}" pid="11" name="eSynDocResourceDesc">
    <vt:lpwstr>
    </vt:lpwstr>
  </property>
  <property fmtid="{D5CDD505-2E9C-101B-9397-08002B2CF9AE}" pid="12" name="eSynTransactionEntryKey">
    <vt:lpwstr>
    </vt:lpwstr>
  </property>
  <property fmtid="{D5CDD505-2E9C-101B-9397-08002B2CF9AE}" pid="13" name="eSynDocVersionStartDate">
    <vt:lpwstr>03/07/2019 13:15:05</vt:lpwstr>
  </property>
  <property fmtid="{D5CDD505-2E9C-101B-9397-08002B2CF9AE}" pid="14" name="eSynDocVersion">
    <vt:lpwstr>1</vt:lpwstr>
  </property>
  <property fmtid="{D5CDD505-2E9C-101B-9397-08002B2CF9AE}" pid="15" name="eSynDocAttachFileName">
    <vt:lpwstr>AUREN-PRESENTACIÓN CORPORATIVA 2021 CAST.pptx</vt:lpwstr>
  </property>
  <property fmtid="{D5CDD505-2E9C-101B-9397-08002B2CF9AE}" pid="16" name="eSynDocSummary">
    <vt:lpwstr>
    </vt:lpwstr>
  </property>
  <property fmtid="{D5CDD505-2E9C-101B-9397-08002B2CF9AE}" pid="17" name="eSynDocPublish">
    <vt:lpwstr>0</vt:lpwstr>
  </property>
  <property fmtid="{D5CDD505-2E9C-101B-9397-08002B2CF9AE}" pid="18" name="eSynDocTypeID">
    <vt:lpwstr>849</vt:lpwstr>
  </property>
  <property fmtid="{D5CDD505-2E9C-101B-9397-08002B2CF9AE}" pid="19" name="eSynDocSerialNumber">
    <vt:lpwstr>
    </vt:lpwstr>
  </property>
  <property fmtid="{D5CDD505-2E9C-101B-9397-08002B2CF9AE}" pid="20" name="eSynDocSubject">
    <vt:lpwstr>Presentació Corporativa Auren Castellà_2021</vt:lpwstr>
  </property>
  <property fmtid="{D5CDD505-2E9C-101B-9397-08002B2CF9AE}" pid="21" name="eSynDocItem">
    <vt:lpwstr>
    </vt:lpwstr>
  </property>
  <property fmtid="{D5CDD505-2E9C-101B-9397-08002B2CF9AE}" pid="22" name="eSynDocAcctContact">
    <vt:lpwstr>
    </vt:lpwstr>
  </property>
  <property fmtid="{D5CDD505-2E9C-101B-9397-08002B2CF9AE}" pid="23" name="eSynDocContactID">
    <vt:lpwstr>
    </vt:lpwstr>
  </property>
  <property fmtid="{D5CDD505-2E9C-101B-9397-08002B2CF9AE}" pid="24" name="eSynDocAccount">
    <vt:lpwstr>0099903</vt:lpwstr>
  </property>
  <property fmtid="{D5CDD505-2E9C-101B-9397-08002B2CF9AE}" pid="25" name="eSynDocResource">
    <vt:lpwstr>
    </vt:lpwstr>
  </property>
  <property fmtid="{D5CDD505-2E9C-101B-9397-08002B2CF9AE}" pid="26" name="eSynDocProjectNr">
    <vt:lpwstr>P.X3.BCN.SP.012.001</vt:lpwstr>
  </property>
  <property fmtid="{D5CDD505-2E9C-101B-9397-08002B2CF9AE}" pid="27" name="eSynDocSecurity">
    <vt:lpwstr>10</vt:lpwstr>
  </property>
  <property fmtid="{D5CDD505-2E9C-101B-9397-08002B2CF9AE}" pid="28" name="eSynDocAssortment">
    <vt:lpwstr>
    </vt:lpwstr>
  </property>
  <property fmtid="{D5CDD505-2E9C-101B-9397-08002B2CF9AE}" pid="29" name="eSynDocLanguageCode">
    <vt:lpwstr>ES</vt:lpwstr>
  </property>
  <property fmtid="{D5CDD505-2E9C-101B-9397-08002B2CF9AE}" pid="30" name="eSynDocDivisionDesc">
    <vt:lpwstr>Auren Barcelona</vt:lpwstr>
  </property>
  <property fmtid="{D5CDD505-2E9C-101B-9397-08002B2CF9AE}" pid="31" name="eSynDocDivision">
    <vt:lpwstr>001</vt:lpwstr>
  </property>
  <property fmtid="{D5CDD505-2E9C-101B-9397-08002B2CF9AE}" pid="32" name="eSynDocParentDocument">
    <vt:lpwstr>
    </vt:lpwstr>
  </property>
  <property fmtid="{D5CDD505-2E9C-101B-9397-08002B2CF9AE}" pid="33" name="eSynDocSubCategory">
    <vt:lpwstr>General firma</vt:lpwstr>
  </property>
  <property fmtid="{D5CDD505-2E9C-101B-9397-08002B2CF9AE}" pid="34" name="eSynDocCategoryID">
    <vt:lpwstr>Materials màrqueting</vt:lpwstr>
  </property>
  <property fmtid="{D5CDD505-2E9C-101B-9397-08002B2CF9AE}" pid="35" name="eSynDocGroupDesc">
    <vt:lpwstr>Màrqueting</vt:lpwstr>
  </property>
  <property fmtid="{D5CDD505-2E9C-101B-9397-08002B2CF9AE}" pid="36" name="eSynDocGroupID">
    <vt:lpwstr>17</vt:lpwstr>
  </property>
  <property fmtid="{D5CDD505-2E9C-101B-9397-08002B2CF9AE}" pid="37" name="eSynDocHID">
    <vt:lpwstr>605360</vt:lpwstr>
  </property>
  <property fmtid="{D5CDD505-2E9C-101B-9397-08002B2CF9AE}" pid="38" name="eSynCleanUp01/28/2021 19:08:55">
    <vt:i4>1</vt:i4>
  </property>
</Properties>
</file>